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15"/>
    <p:sldId id="257" r:id="rId2"/>
    <p:sldId id="258" r:id="rId16"/>
    <p:sldId id="259" r:id="rId17"/>
    <p:sldId id="260" r:id="rId18"/>
    <p:sldId id="261" r:id="rId3"/>
    <p:sldId id="262" r:id="rId5"/>
    <p:sldId id="263" r:id="rId6"/>
    <p:sldId id="264" r:id="rId8"/>
    <p:sldId id="265" r:id="rId23"/>
    <p:sldId id="266"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(customize). Replace the program name and subtitle. Leave the logo, lime rule, and footer. Dark title slide that opens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 AGENDA (customize). Retitle if you like and list the program's sections, modules, or moves. Add or remove numbered rows to match the real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(customize). Change the big number and the section title. Duplicate this slide once per section or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(customize). The workhorse slide: one idea, a few words, one visual. Replace the marked parts and keep the slide lean; put the full narration in these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 EXERCISE (customize). Use for a partner or table exercise. Put the timing and the debrief prompts in these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Leadership-Link deck kit, reusable across Leadership-Link and Leadership-Link On-Demand (LLOD) decks. To build a deck: copy the slide whose layout fits your beat into your working deck, then change only the parts marked with guillemets, the angle marks that look like this. Slides that hold standard content are ready to use unchanged. Delete this instruction slide from any deck you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(ready to use). Standard Leadership-Link mission, stated large. Confirm the exact current wording before an external delivery; otherwise use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RULES (ready to use). Standard workshop ground rules. Adjust per engagement only if a client needs different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IDEA (customize). One idea, one bold line, its own slide. Use the program's approved Big Idea; do not invent a framework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COMMITMENT (mostly ready). Adjust the one marked word to fit the program (conversation, handoff, decision, and so on). Otherwise ready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CONTACT (ready to use). Eileen's contact block and LinkedIn QR. Use unchanged. For an LLOD (Leadership-Link On-Demand) piece, keep the same contact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44"/>
        </a:solidFill>
      </p:bgPr>
    </p:bg>
    <p:spTree>
      <p:nvGrpSpPr>
        <p:cNvPr id="1" name=""/>
        <p:cNvGrpSpPr/>
        <p:nvPr/>
      </p:nvGrpSpPr>
      <p:grpSpPr>
        <a:xfrm>
          <a:off x="0" y="0"/>
          <a:ext cx="0" cy="0"/>
          <a:chOff x="0" y="0"/>
          <a:chExt cx="0" cy="0"/>
        </a:xfrm>
      </p:grpSpPr>
      <p:sp>
        <p:nvSpPr>
          <p:cNvPr id="2" name="Shape 0"/>
          <p:cNvSpPr/>
          <p:nvPr/>
        </p:nvSpPr>
        <p:spPr>
          <a:xfrm>
            <a:off x="9326880" y="-1554480"/>
            <a:ext cx="4389120" cy="4389120"/>
          </a:xfrm>
          <a:prstGeom prst="ellipse">
            <a:avLst/>
          </a:prstGeom>
          <a:solidFill>
            <a:srgbClr val="12295A"/>
          </a:solidFill>
          <a:ln/>
        </p:spPr>
      </p:sp>
      <p:sp>
        <p:nvSpPr>
          <p:cNvPr id="3" name="Shape 1"/>
          <p:cNvSpPr/>
          <p:nvPr/>
        </p:nvSpPr>
        <p:spPr>
          <a:xfrm>
            <a:off x="10698480" y="4389120"/>
            <a:ext cx="2743200" cy="2743200"/>
          </a:xfrm>
          <a:prstGeom prst="ellipse">
            <a:avLst/>
          </a:prstGeom>
          <a:solidFill>
            <a:srgbClr val="F2541B">
              <a:alpha val="20000"/>
            </a:srgbClr>
          </a:solidFill>
          <a:ln/>
        </p:spPr>
      </p:sp>
      <p:pic>
        <p:nvPicPr>
          <p:cNvPr id="4" name="Image 0" descr="preencoded.png">    </p:cNvPr>
          <p:cNvPicPr>
            <a:picLocks noChangeAspect="1"/>
          </p:cNvPicPr>
          <p:nvPr/>
        </p:nvPicPr>
        <p:blipFill>
          <a:blip r:embed="rId1"/>
          <a:srcRect l="0" r="0" t="0" b="0"/>
          <a:stretch/>
        </p:blipFill>
        <p:spPr>
          <a:xfrm>
            <a:off x="777240" y="1051560"/>
            <a:ext cx="4206240" cy="774649"/>
          </a:xfrm>
          <a:prstGeom prst="rect">
            <a:avLst/>
          </a:prstGeom>
        </p:spPr>
      </p:pic>
      <p:sp>
        <p:nvSpPr>
          <p:cNvPr id="5" name="Text 2"/>
          <p:cNvSpPr/>
          <p:nvPr/>
        </p:nvSpPr>
        <p:spPr>
          <a:xfrm>
            <a:off x="777240" y="2286000"/>
            <a:ext cx="10058400" cy="1828800"/>
          </a:xfrm>
          <a:prstGeom prst="rect">
            <a:avLst/>
          </a:prstGeom>
          <a:noFill/>
          <a:ln/>
        </p:spPr>
        <p:txBody>
          <a:bodyPr wrap="square" rtlCol="0" anchor="ctr"/>
          <a:lstStyle/>
          <a:p>
            <a:pPr indent="0" marL="0">
              <a:lnSpc>
                <a:spcPct val="95000"/>
              </a:lnSpc>
              <a:buNone/>
            </a:pPr>
            <a:r>
              <a:rPr lang="en-US" sz="5400" b="1" dirty="0">
                <a:solidFill>
                  <a:srgbClr val="FFFFFF"/>
                </a:solidFill>
                <a:latin typeface="Tahoma" pitchFamily="34" charset="0"/>
                <a:ea typeface="Tahoma" pitchFamily="34" charset="-122"/>
                <a:cs typeface="Tahoma" pitchFamily="34" charset="-120"/>
              </a:rPr>
              <a:t>«Program name»</a:t>
            </a:r>
            <a:endParaRPr lang="en-US" sz="5400" dirty="0"/>
          </a:p>
        </p:txBody>
      </p:sp>
      <p:sp>
        <p:nvSpPr>
          <p:cNvPr id="6" name="Shape 3"/>
          <p:cNvSpPr/>
          <p:nvPr/>
        </p:nvSpPr>
        <p:spPr>
          <a:xfrm>
            <a:off x="868680" y="4343400"/>
            <a:ext cx="548640" cy="82296"/>
          </a:xfrm>
          <a:prstGeom prst="rect">
            <a:avLst/>
          </a:prstGeom>
          <a:solidFill>
            <a:srgbClr val="A6CE39"/>
          </a:solidFill>
          <a:ln/>
        </p:spPr>
      </p:sp>
      <p:sp>
        <p:nvSpPr>
          <p:cNvPr id="7" name="Text 4"/>
          <p:cNvSpPr/>
          <p:nvPr/>
        </p:nvSpPr>
        <p:spPr>
          <a:xfrm>
            <a:off x="822960" y="4572000"/>
            <a:ext cx="10058400" cy="365760"/>
          </a:xfrm>
          <a:prstGeom prst="rect">
            <a:avLst/>
          </a:prstGeom>
          <a:noFill/>
          <a:ln/>
        </p:spPr>
        <p:txBody>
          <a:bodyPr wrap="square" rtlCol="0" anchor="ctr"/>
          <a:lstStyle/>
          <a:p>
            <a:pPr indent="0" marL="0">
              <a:buNone/>
            </a:pPr>
            <a:r>
              <a:rPr lang="en-US" sz="2000" dirty="0">
                <a:solidFill>
                  <a:srgbClr val="9AA6BF"/>
                </a:solidFill>
                <a:latin typeface="Tahoma" pitchFamily="34" charset="0"/>
                <a:ea typeface="Tahoma" pitchFamily="34" charset="-122"/>
                <a:cs typeface="Tahoma" pitchFamily="34" charset="-120"/>
              </a:rPr>
              <a:t>«Subtitle»</a:t>
            </a:r>
            <a:endParaRPr lang="en-US" sz="2000" dirty="0"/>
          </a:p>
        </p:txBody>
      </p:sp>
      <p:sp>
        <p:nvSpPr>
          <p:cNvPr id="8" name="Text 5"/>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8A96B0"/>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731520"/>
          </a:xfrm>
          <a:prstGeom prst="rect">
            <a:avLst/>
          </a:prstGeom>
          <a:noFill/>
          <a:ln/>
        </p:spPr>
        <p:txBody>
          <a:bodyPr wrap="square" rtlCol="0" anchor="ctr"/>
          <a:lstStyle/>
          <a:p>
            <a:pPr indent="0" marL="0">
              <a:buNone/>
            </a:pPr>
            <a:r>
              <a:rPr lang="en-US" sz="3600" b="1" dirty="0">
                <a:solidFill>
                  <a:srgbClr val="0A1F44"/>
                </a:solidFill>
                <a:latin typeface="Tahoma" pitchFamily="34" charset="0"/>
                <a:ea typeface="Tahoma" pitchFamily="34" charset="-122"/>
                <a:cs typeface="Tahoma" pitchFamily="34" charset="-120"/>
              </a:rPr>
              <a:t>Overview</a:t>
            </a:r>
            <a:endParaRPr lang="en-US" sz="3600" dirty="0"/>
          </a:p>
        </p:txBody>
      </p:sp>
      <p:sp>
        <p:nvSpPr>
          <p:cNvPr id="3" name="Shape 1"/>
          <p:cNvSpPr/>
          <p:nvPr/>
        </p:nvSpPr>
        <p:spPr>
          <a:xfrm>
            <a:off x="822960" y="1737360"/>
            <a:ext cx="10515600" cy="868680"/>
          </a:xfrm>
          <a:prstGeom prst="roundRect">
            <a:avLst>
              <a:gd name="adj" fmla="val 10526"/>
            </a:avLst>
          </a:prstGeom>
          <a:solidFill>
            <a:srgbClr val="F5F7FA"/>
          </a:solidFill>
          <a:ln/>
          <a:effectLst>
            <a:outerShdw sx="100000" sy="100000" kx="0" ky="0" algn="bl" rotWithShape="0" blurRad="101600" dist="38100" dir="5400000">
              <a:srgbClr val="000000">
                <a:alpha val="13000"/>
              </a:srgbClr>
            </a:outerShdw>
          </a:effectLst>
        </p:spPr>
      </p:sp>
      <p:sp>
        <p:nvSpPr>
          <p:cNvPr id="4" name="Shape 2"/>
          <p:cNvSpPr/>
          <p:nvPr/>
        </p:nvSpPr>
        <p:spPr>
          <a:xfrm>
            <a:off x="1143000" y="1952244"/>
            <a:ext cx="438912" cy="438912"/>
          </a:xfrm>
          <a:prstGeom prst="ellipse">
            <a:avLst/>
          </a:prstGeom>
          <a:solidFill>
            <a:srgbClr val="0A1F44"/>
          </a:solidFill>
          <a:ln/>
        </p:spPr>
      </p:sp>
      <p:sp>
        <p:nvSpPr>
          <p:cNvPr id="5" name="Text 3"/>
          <p:cNvSpPr/>
          <p:nvPr/>
        </p:nvSpPr>
        <p:spPr>
          <a:xfrm>
            <a:off x="1143000" y="1952244"/>
            <a:ext cx="438912" cy="438912"/>
          </a:xfrm>
          <a:prstGeom prst="rect">
            <a:avLst/>
          </a:prstGeom>
          <a:noFill/>
          <a:ln/>
        </p:spPr>
        <p:txBody>
          <a:bodyPr wrap="square" rtlCol="0" anchor="ctr"/>
          <a:lstStyle/>
          <a:p>
            <a:pPr algn="ctr" indent="0" marL="0">
              <a:buNone/>
            </a:pPr>
            <a:r>
              <a:rPr lang="en-US" sz="1900" b="1" dirty="0">
                <a:solidFill>
                  <a:srgbClr val="D4AF37"/>
                </a:solidFill>
                <a:latin typeface="Tahoma" pitchFamily="34" charset="0"/>
                <a:ea typeface="Tahoma" pitchFamily="34" charset="-122"/>
                <a:cs typeface="Tahoma" pitchFamily="34" charset="-120"/>
              </a:rPr>
              <a:t>1</a:t>
            </a:r>
            <a:endParaRPr lang="en-US" sz="1900" dirty="0"/>
          </a:p>
        </p:txBody>
      </p:sp>
      <p:sp>
        <p:nvSpPr>
          <p:cNvPr id="6" name="Text 4"/>
          <p:cNvSpPr/>
          <p:nvPr/>
        </p:nvSpPr>
        <p:spPr>
          <a:xfrm>
            <a:off x="1828800" y="1737360"/>
            <a:ext cx="9326880" cy="868680"/>
          </a:xfrm>
          <a:prstGeom prst="rect">
            <a:avLst/>
          </a:prstGeom>
          <a:noFill/>
          <a:ln/>
        </p:spPr>
        <p:txBody>
          <a:bodyPr wrap="square" rtlCol="0" anchor="ctr"/>
          <a:lstStyle/>
          <a:p>
            <a:pPr indent="0" marL="0">
              <a:buNone/>
            </a:pPr>
            <a:r>
              <a:rPr lang="en-US" sz="2000" b="1" dirty="0">
                <a:solidFill>
                  <a:srgbClr val="1A2238"/>
                </a:solidFill>
                <a:latin typeface="Tahoma" pitchFamily="34" charset="0"/>
                <a:ea typeface="Tahoma" pitchFamily="34" charset="-122"/>
                <a:cs typeface="Tahoma" pitchFamily="34" charset="-120"/>
              </a:rPr>
              <a:t>«Item 1»</a:t>
            </a:r>
            <a:endParaRPr lang="en-US" sz="2000" dirty="0"/>
          </a:p>
        </p:txBody>
      </p:sp>
      <p:sp>
        <p:nvSpPr>
          <p:cNvPr id="7" name="Shape 5"/>
          <p:cNvSpPr/>
          <p:nvPr/>
        </p:nvSpPr>
        <p:spPr>
          <a:xfrm>
            <a:off x="822960" y="2724912"/>
            <a:ext cx="10515600" cy="868680"/>
          </a:xfrm>
          <a:prstGeom prst="roundRect">
            <a:avLst>
              <a:gd name="adj" fmla="val 10526"/>
            </a:avLst>
          </a:prstGeom>
          <a:solidFill>
            <a:srgbClr val="F5F7FA"/>
          </a:solidFill>
          <a:ln/>
          <a:effectLst>
            <a:outerShdw sx="100000" sy="100000" kx="0" ky="0" algn="bl" rotWithShape="0" blurRad="101600" dist="38100" dir="5400000">
              <a:srgbClr val="000000">
                <a:alpha val="13000"/>
              </a:srgbClr>
            </a:outerShdw>
          </a:effectLst>
        </p:spPr>
      </p:sp>
      <p:sp>
        <p:nvSpPr>
          <p:cNvPr id="8" name="Shape 6"/>
          <p:cNvSpPr/>
          <p:nvPr/>
        </p:nvSpPr>
        <p:spPr>
          <a:xfrm>
            <a:off x="1143000" y="2939796"/>
            <a:ext cx="438912" cy="438912"/>
          </a:xfrm>
          <a:prstGeom prst="ellipse">
            <a:avLst/>
          </a:prstGeom>
          <a:solidFill>
            <a:srgbClr val="0A1F44"/>
          </a:solidFill>
          <a:ln/>
        </p:spPr>
      </p:sp>
      <p:sp>
        <p:nvSpPr>
          <p:cNvPr id="9" name="Text 7"/>
          <p:cNvSpPr/>
          <p:nvPr/>
        </p:nvSpPr>
        <p:spPr>
          <a:xfrm>
            <a:off x="1143000" y="2939796"/>
            <a:ext cx="438912" cy="438912"/>
          </a:xfrm>
          <a:prstGeom prst="rect">
            <a:avLst/>
          </a:prstGeom>
          <a:noFill/>
          <a:ln/>
        </p:spPr>
        <p:txBody>
          <a:bodyPr wrap="square" rtlCol="0" anchor="ctr"/>
          <a:lstStyle/>
          <a:p>
            <a:pPr algn="ctr" indent="0" marL="0">
              <a:buNone/>
            </a:pPr>
            <a:r>
              <a:rPr lang="en-US" sz="1900" b="1" dirty="0">
                <a:solidFill>
                  <a:srgbClr val="D4AF37"/>
                </a:solidFill>
                <a:latin typeface="Tahoma" pitchFamily="34" charset="0"/>
                <a:ea typeface="Tahoma" pitchFamily="34" charset="-122"/>
                <a:cs typeface="Tahoma" pitchFamily="34" charset="-120"/>
              </a:rPr>
              <a:t>2</a:t>
            </a:r>
            <a:endParaRPr lang="en-US" sz="1900" dirty="0"/>
          </a:p>
        </p:txBody>
      </p:sp>
      <p:sp>
        <p:nvSpPr>
          <p:cNvPr id="10" name="Text 8"/>
          <p:cNvSpPr/>
          <p:nvPr/>
        </p:nvSpPr>
        <p:spPr>
          <a:xfrm>
            <a:off x="1828800" y="2724912"/>
            <a:ext cx="9326880" cy="868680"/>
          </a:xfrm>
          <a:prstGeom prst="rect">
            <a:avLst/>
          </a:prstGeom>
          <a:noFill/>
          <a:ln/>
        </p:spPr>
        <p:txBody>
          <a:bodyPr wrap="square" rtlCol="0" anchor="ctr"/>
          <a:lstStyle/>
          <a:p>
            <a:pPr indent="0" marL="0">
              <a:buNone/>
            </a:pPr>
            <a:r>
              <a:rPr lang="en-US" sz="2000" b="1" dirty="0">
                <a:solidFill>
                  <a:srgbClr val="1A2238"/>
                </a:solidFill>
                <a:latin typeface="Tahoma" pitchFamily="34" charset="0"/>
                <a:ea typeface="Tahoma" pitchFamily="34" charset="-122"/>
                <a:cs typeface="Tahoma" pitchFamily="34" charset="-120"/>
              </a:rPr>
              <a:t>«Item 2»</a:t>
            </a:r>
            <a:endParaRPr lang="en-US" sz="2000" dirty="0"/>
          </a:p>
        </p:txBody>
      </p:sp>
      <p:sp>
        <p:nvSpPr>
          <p:cNvPr id="11" name="Shape 9"/>
          <p:cNvSpPr/>
          <p:nvPr/>
        </p:nvSpPr>
        <p:spPr>
          <a:xfrm>
            <a:off x="822960" y="3712464"/>
            <a:ext cx="10515600" cy="868680"/>
          </a:xfrm>
          <a:prstGeom prst="roundRect">
            <a:avLst>
              <a:gd name="adj" fmla="val 10526"/>
            </a:avLst>
          </a:prstGeom>
          <a:solidFill>
            <a:srgbClr val="F5F7FA"/>
          </a:solidFill>
          <a:ln/>
          <a:effectLst>
            <a:outerShdw sx="100000" sy="100000" kx="0" ky="0" algn="bl" rotWithShape="0" blurRad="101600" dist="38100" dir="5400000">
              <a:srgbClr val="000000">
                <a:alpha val="13000"/>
              </a:srgbClr>
            </a:outerShdw>
          </a:effectLst>
        </p:spPr>
      </p:sp>
      <p:sp>
        <p:nvSpPr>
          <p:cNvPr id="12" name="Shape 10"/>
          <p:cNvSpPr/>
          <p:nvPr/>
        </p:nvSpPr>
        <p:spPr>
          <a:xfrm>
            <a:off x="1143000" y="3927348"/>
            <a:ext cx="438912" cy="438912"/>
          </a:xfrm>
          <a:prstGeom prst="ellipse">
            <a:avLst/>
          </a:prstGeom>
          <a:solidFill>
            <a:srgbClr val="0A1F44"/>
          </a:solidFill>
          <a:ln/>
        </p:spPr>
      </p:sp>
      <p:sp>
        <p:nvSpPr>
          <p:cNvPr id="13" name="Text 11"/>
          <p:cNvSpPr/>
          <p:nvPr/>
        </p:nvSpPr>
        <p:spPr>
          <a:xfrm>
            <a:off x="1143000" y="3927348"/>
            <a:ext cx="438912" cy="438912"/>
          </a:xfrm>
          <a:prstGeom prst="rect">
            <a:avLst/>
          </a:prstGeom>
          <a:noFill/>
          <a:ln/>
        </p:spPr>
        <p:txBody>
          <a:bodyPr wrap="square" rtlCol="0" anchor="ctr"/>
          <a:lstStyle/>
          <a:p>
            <a:pPr algn="ctr" indent="0" marL="0">
              <a:buNone/>
            </a:pPr>
            <a:r>
              <a:rPr lang="en-US" sz="1900" b="1" dirty="0">
                <a:solidFill>
                  <a:srgbClr val="D4AF37"/>
                </a:solidFill>
                <a:latin typeface="Tahoma" pitchFamily="34" charset="0"/>
                <a:ea typeface="Tahoma" pitchFamily="34" charset="-122"/>
                <a:cs typeface="Tahoma" pitchFamily="34" charset="-120"/>
              </a:rPr>
              <a:t>3</a:t>
            </a:r>
            <a:endParaRPr lang="en-US" sz="1900" dirty="0"/>
          </a:p>
        </p:txBody>
      </p:sp>
      <p:sp>
        <p:nvSpPr>
          <p:cNvPr id="14" name="Text 12"/>
          <p:cNvSpPr/>
          <p:nvPr/>
        </p:nvSpPr>
        <p:spPr>
          <a:xfrm>
            <a:off x="1828800" y="3712464"/>
            <a:ext cx="9326880" cy="868680"/>
          </a:xfrm>
          <a:prstGeom prst="rect">
            <a:avLst/>
          </a:prstGeom>
          <a:noFill/>
          <a:ln/>
        </p:spPr>
        <p:txBody>
          <a:bodyPr wrap="square" rtlCol="0" anchor="ctr"/>
          <a:lstStyle/>
          <a:p>
            <a:pPr indent="0" marL="0">
              <a:buNone/>
            </a:pPr>
            <a:r>
              <a:rPr lang="en-US" sz="2000" b="1" dirty="0">
                <a:solidFill>
                  <a:srgbClr val="1A2238"/>
                </a:solidFill>
                <a:latin typeface="Tahoma" pitchFamily="34" charset="0"/>
                <a:ea typeface="Tahoma" pitchFamily="34" charset="-122"/>
                <a:cs typeface="Tahoma" pitchFamily="34" charset="-120"/>
              </a:rPr>
              <a:t>«Item 3»</a:t>
            </a:r>
            <a:endParaRPr lang="en-US" sz="2000" dirty="0"/>
          </a:p>
        </p:txBody>
      </p:sp>
      <p:sp>
        <p:nvSpPr>
          <p:cNvPr id="15" name="Shape 13"/>
          <p:cNvSpPr/>
          <p:nvPr/>
        </p:nvSpPr>
        <p:spPr>
          <a:xfrm>
            <a:off x="822960" y="4700016"/>
            <a:ext cx="10515600" cy="868680"/>
          </a:xfrm>
          <a:prstGeom prst="roundRect">
            <a:avLst>
              <a:gd name="adj" fmla="val 10526"/>
            </a:avLst>
          </a:prstGeom>
          <a:solidFill>
            <a:srgbClr val="F5F7FA"/>
          </a:solidFill>
          <a:ln/>
          <a:effectLst>
            <a:outerShdw sx="100000" sy="100000" kx="0" ky="0" algn="bl" rotWithShape="0" blurRad="101600" dist="38100" dir="5400000">
              <a:srgbClr val="000000">
                <a:alpha val="13000"/>
              </a:srgbClr>
            </a:outerShdw>
          </a:effectLst>
        </p:spPr>
      </p:sp>
      <p:sp>
        <p:nvSpPr>
          <p:cNvPr id="16" name="Shape 14"/>
          <p:cNvSpPr/>
          <p:nvPr/>
        </p:nvSpPr>
        <p:spPr>
          <a:xfrm>
            <a:off x="1143000" y="4914900"/>
            <a:ext cx="438912" cy="438912"/>
          </a:xfrm>
          <a:prstGeom prst="ellipse">
            <a:avLst/>
          </a:prstGeom>
          <a:solidFill>
            <a:srgbClr val="0A1F44"/>
          </a:solidFill>
          <a:ln/>
        </p:spPr>
      </p:sp>
      <p:sp>
        <p:nvSpPr>
          <p:cNvPr id="17" name="Text 15"/>
          <p:cNvSpPr/>
          <p:nvPr/>
        </p:nvSpPr>
        <p:spPr>
          <a:xfrm>
            <a:off x="1143000" y="4914900"/>
            <a:ext cx="438912" cy="438912"/>
          </a:xfrm>
          <a:prstGeom prst="rect">
            <a:avLst/>
          </a:prstGeom>
          <a:noFill/>
          <a:ln/>
        </p:spPr>
        <p:txBody>
          <a:bodyPr wrap="square" rtlCol="0" anchor="ctr"/>
          <a:lstStyle/>
          <a:p>
            <a:pPr algn="ctr" indent="0" marL="0">
              <a:buNone/>
            </a:pPr>
            <a:r>
              <a:rPr lang="en-US" sz="1900" b="1" dirty="0">
                <a:solidFill>
                  <a:srgbClr val="D4AF37"/>
                </a:solidFill>
                <a:latin typeface="Tahoma" pitchFamily="34" charset="0"/>
                <a:ea typeface="Tahoma" pitchFamily="34" charset="-122"/>
                <a:cs typeface="Tahoma" pitchFamily="34" charset="-120"/>
              </a:rPr>
              <a:t>4</a:t>
            </a:r>
            <a:endParaRPr lang="en-US" sz="1900" dirty="0"/>
          </a:p>
        </p:txBody>
      </p:sp>
      <p:sp>
        <p:nvSpPr>
          <p:cNvPr id="18" name="Text 16"/>
          <p:cNvSpPr/>
          <p:nvPr/>
        </p:nvSpPr>
        <p:spPr>
          <a:xfrm>
            <a:off x="1828800" y="4700016"/>
            <a:ext cx="9326880" cy="868680"/>
          </a:xfrm>
          <a:prstGeom prst="rect">
            <a:avLst/>
          </a:prstGeom>
          <a:noFill/>
          <a:ln/>
        </p:spPr>
        <p:txBody>
          <a:bodyPr wrap="square" rtlCol="0" anchor="ctr"/>
          <a:lstStyle/>
          <a:p>
            <a:pPr indent="0" marL="0">
              <a:buNone/>
            </a:pPr>
            <a:r>
              <a:rPr lang="en-US" sz="2000" b="1" dirty="0">
                <a:solidFill>
                  <a:srgbClr val="1A2238"/>
                </a:solidFill>
                <a:latin typeface="Tahoma" pitchFamily="34" charset="0"/>
                <a:ea typeface="Tahoma" pitchFamily="34" charset="-122"/>
                <a:cs typeface="Tahoma" pitchFamily="34" charset="-120"/>
              </a:rPr>
              <a:t>«Item 4»</a:t>
            </a:r>
            <a:endParaRPr lang="en-US" sz="2000" dirty="0"/>
          </a:p>
        </p:txBody>
      </p:sp>
      <p:sp>
        <p:nvSpPr>
          <p:cNvPr id="19" name="Text 17"/>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6B7488"/>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44"/>
        </a:solidFill>
      </p:bgPr>
    </p:bg>
    <p:spTree>
      <p:nvGrpSpPr>
        <p:cNvPr id="1" name=""/>
        <p:cNvGrpSpPr/>
        <p:nvPr/>
      </p:nvGrpSpPr>
      <p:grpSpPr>
        <a:xfrm>
          <a:off x="0" y="0"/>
          <a:ext cx="0" cy="0"/>
          <a:chOff x="0" y="0"/>
          <a:chExt cx="0" cy="0"/>
        </a:xfrm>
      </p:grpSpPr>
      <p:sp>
        <p:nvSpPr>
          <p:cNvPr id="2" name="Shape 0"/>
          <p:cNvSpPr/>
          <p:nvPr/>
        </p:nvSpPr>
        <p:spPr>
          <a:xfrm>
            <a:off x="9509760" y="-1463040"/>
            <a:ext cx="4023360" cy="4023360"/>
          </a:xfrm>
          <a:prstGeom prst="ellipse">
            <a:avLst/>
          </a:prstGeom>
          <a:solidFill>
            <a:srgbClr val="12295A"/>
          </a:solidFill>
          <a:ln/>
        </p:spPr>
      </p:sp>
      <p:sp>
        <p:nvSpPr>
          <p:cNvPr id="3" name="Text 1"/>
          <p:cNvSpPr/>
          <p:nvPr/>
        </p:nvSpPr>
        <p:spPr>
          <a:xfrm>
            <a:off x="777240" y="1737360"/>
            <a:ext cx="4572000" cy="2011680"/>
          </a:xfrm>
          <a:prstGeom prst="rect">
            <a:avLst/>
          </a:prstGeom>
          <a:noFill/>
          <a:ln/>
        </p:spPr>
        <p:txBody>
          <a:bodyPr wrap="square" rtlCol="0" anchor="ctr"/>
          <a:lstStyle/>
          <a:p>
            <a:pPr indent="0" marL="0">
              <a:buNone/>
            </a:pPr>
            <a:r>
              <a:rPr lang="en-US" sz="15000" b="1" dirty="0">
                <a:solidFill>
                  <a:srgbClr val="D4AF37"/>
                </a:solidFill>
                <a:latin typeface="Tahoma" pitchFamily="34" charset="0"/>
                <a:ea typeface="Tahoma" pitchFamily="34" charset="-122"/>
                <a:cs typeface="Tahoma" pitchFamily="34" charset="-120"/>
              </a:rPr>
              <a:t>«01»</a:t>
            </a:r>
            <a:endParaRPr lang="en-US" sz="15000" dirty="0"/>
          </a:p>
        </p:txBody>
      </p:sp>
      <p:sp>
        <p:nvSpPr>
          <p:cNvPr id="4" name="Text 2"/>
          <p:cNvSpPr/>
          <p:nvPr/>
        </p:nvSpPr>
        <p:spPr>
          <a:xfrm>
            <a:off x="822960" y="3840480"/>
            <a:ext cx="10058400" cy="914400"/>
          </a:xfrm>
          <a:prstGeom prst="rect">
            <a:avLst/>
          </a:prstGeom>
          <a:noFill/>
          <a:ln/>
        </p:spPr>
        <p:txBody>
          <a:bodyPr wrap="square" rtlCol="0" anchor="ctr"/>
          <a:lstStyle/>
          <a:p>
            <a:pPr indent="0" marL="0">
              <a:buNone/>
            </a:pPr>
            <a:r>
              <a:rPr lang="en-US" sz="3200" b="1" dirty="0">
                <a:solidFill>
                  <a:srgbClr val="FFFFFF"/>
                </a:solidFill>
                <a:latin typeface="Tahoma" pitchFamily="34" charset="0"/>
                <a:ea typeface="Tahoma" pitchFamily="34" charset="-122"/>
                <a:cs typeface="Tahoma" pitchFamily="34" charset="-120"/>
              </a:rPr>
              <a:t>«Section title»</a:t>
            </a:r>
            <a:endParaRPr lang="en-US" sz="4000" dirty="0"/>
          </a:p>
        </p:txBody>
      </p:sp>
      <p:pic>
        <p:nvPicPr>
          <p:cNvPr id="5" name="Image 0" descr="preencoded.png">    </p:cNvPr>
          <p:cNvPicPr>
            <a:picLocks noChangeAspect="1"/>
          </p:cNvPicPr>
          <p:nvPr/>
        </p:nvPicPr>
        <p:blipFill>
          <a:blip r:embed="rId1"/>
          <a:stretch>
            <a:fillRect/>
          </a:stretch>
        </p:blipFill>
        <p:spPr>
          <a:xfrm>
            <a:off x="9527551" y="320040"/>
            <a:ext cx="2085329" cy="384048"/>
          </a:xfrm>
          <a:prstGeom prst="rect">
            <a:avLst/>
          </a:prstGeom>
        </p:spPr>
      </p:pic>
      <p:sp>
        <p:nvSpPr>
          <p:cNvPr id="6" name="Text 3"/>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8A96B0"/>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457200"/>
            <a:ext cx="5486400" cy="274320"/>
          </a:xfrm>
          <a:prstGeom prst="rect">
            <a:avLst/>
          </a:prstGeom>
          <a:noFill/>
          <a:ln/>
        </p:spPr>
        <p:txBody>
          <a:bodyPr wrap="square" lIns="0" tIns="0" rIns="0" bIns="0" rtlCol="0" anchor="ctr"/>
          <a:lstStyle/>
          <a:p>
            <a:pPr indent="0" marL="0">
              <a:buNone/>
            </a:pPr>
            <a:r>
              <a:rPr lang="en-US" sz="1100" spc="300" kern="0" dirty="0">
                <a:solidFill>
                  <a:srgbClr val="6B7488"/>
                </a:solidFill>
                <a:latin typeface="Tahoma" pitchFamily="34" charset="0"/>
                <a:ea typeface="Tahoma" pitchFamily="34" charset="-122"/>
                <a:cs typeface="Tahoma" pitchFamily="34" charset="-120"/>
              </a:rPr>
              <a:t>«LABEL»</a:t>
            </a:r>
            <a:endParaRPr lang="en-US" sz="1100" dirty="0"/>
          </a:p>
        </p:txBody>
      </p:sp>
      <p:sp>
        <p:nvSpPr>
          <p:cNvPr id="3" name="Text 1"/>
          <p:cNvSpPr/>
          <p:nvPr/>
        </p:nvSpPr>
        <p:spPr>
          <a:xfrm>
            <a:off x="640080" y="777240"/>
            <a:ext cx="10972800" cy="731520"/>
          </a:xfrm>
          <a:prstGeom prst="rect">
            <a:avLst/>
          </a:prstGeom>
          <a:noFill/>
          <a:ln/>
        </p:spPr>
        <p:txBody>
          <a:bodyPr wrap="square" rtlCol="0" anchor="ctr"/>
          <a:lstStyle/>
          <a:p>
            <a:pPr indent="0" marL="0">
              <a:buNone/>
            </a:pPr>
            <a:r>
              <a:rPr lang="en-US" sz="3400" b="1" dirty="0">
                <a:solidFill>
                  <a:srgbClr val="0A1F44"/>
                </a:solidFill>
                <a:latin typeface="Tahoma" pitchFamily="34" charset="0"/>
                <a:ea typeface="Tahoma" pitchFamily="34" charset="-122"/>
                <a:cs typeface="Tahoma" pitchFamily="34" charset="-120"/>
              </a:rPr>
              <a:t>«Headline»</a:t>
            </a:r>
            <a:endParaRPr lang="en-US" sz="3400" dirty="0"/>
          </a:p>
        </p:txBody>
      </p:sp>
      <p:sp>
        <p:nvSpPr>
          <p:cNvPr id="4" name="Shape 2"/>
          <p:cNvSpPr/>
          <p:nvPr/>
        </p:nvSpPr>
        <p:spPr>
          <a:xfrm>
            <a:off x="822960" y="1828800"/>
            <a:ext cx="5029200" cy="3383280"/>
          </a:xfrm>
          <a:prstGeom prst="roundRect">
            <a:avLst>
              <a:gd name="adj" fmla="val 3784"/>
            </a:avLst>
          </a:prstGeom>
          <a:solidFill>
            <a:srgbClr val="F5F7FA"/>
          </a:solidFill>
          <a:ln/>
          <a:effectLst>
            <a:outerShdw sx="100000" sy="100000" kx="0" ky="0" algn="bl" rotWithShape="0" blurRad="101600" dist="38100" dir="5400000">
              <a:srgbClr val="000000">
                <a:alpha val="13000"/>
              </a:srgbClr>
            </a:outerShdw>
          </a:effectLst>
        </p:spPr>
      </p:sp>
      <p:sp>
        <p:nvSpPr>
          <p:cNvPr id="5" name="Shape 3"/>
          <p:cNvSpPr/>
          <p:nvPr/>
        </p:nvSpPr>
        <p:spPr>
          <a:xfrm>
            <a:off x="2880360" y="2286000"/>
            <a:ext cx="914400" cy="914400"/>
          </a:xfrm>
          <a:prstGeom prst="ellipse">
            <a:avLst/>
          </a:prstGeom>
          <a:solidFill>
            <a:srgbClr val="FFFFFF"/>
          </a:solidFill>
          <a:ln/>
          <a:effectLst>
            <a:outerShdw sx="100000" sy="100000" kx="0" ky="0" algn="bl" rotWithShape="0" blurRad="101600" dist="38100" dir="5400000">
              <a:srgbClr val="000000">
                <a:alpha val="13000"/>
              </a:srgbClr>
            </a:outerShdw>
          </a:effectLst>
        </p:spPr>
      </p:sp>
      <p:pic>
        <p:nvPicPr>
          <p:cNvPr id="6" name="Image 0" descr="preencoded.png">    </p:cNvPr>
          <p:cNvPicPr>
            <a:picLocks noChangeAspect="1"/>
          </p:cNvPicPr>
          <p:nvPr/>
        </p:nvPicPr>
        <p:blipFill>
          <a:blip r:embed="rId1"/>
          <a:stretch>
            <a:fillRect/>
          </a:stretch>
        </p:blipFill>
        <p:spPr>
          <a:xfrm>
            <a:off x="3108960" y="2514600"/>
            <a:ext cx="457200" cy="457200"/>
          </a:xfrm>
          <a:prstGeom prst="rect">
            <a:avLst/>
          </a:prstGeom>
        </p:spPr>
      </p:pic>
      <p:sp>
        <p:nvSpPr>
          <p:cNvPr id="7" name="Text 4"/>
          <p:cNvSpPr/>
          <p:nvPr/>
        </p:nvSpPr>
        <p:spPr>
          <a:xfrm>
            <a:off x="1005840" y="3520440"/>
            <a:ext cx="4663440" cy="548640"/>
          </a:xfrm>
          <a:prstGeom prst="rect">
            <a:avLst/>
          </a:prstGeom>
          <a:noFill/>
          <a:ln/>
        </p:spPr>
        <p:txBody>
          <a:bodyPr wrap="square" rtlCol="0" anchor="ctr"/>
          <a:lstStyle/>
          <a:p>
            <a:pPr algn="ctr" indent="0" marL="0">
              <a:buNone/>
            </a:pPr>
            <a:r>
              <a:rPr lang="en-US" sz="2200" b="1" dirty="0">
                <a:solidFill>
                  <a:srgbClr val="0A1F44"/>
                </a:solidFill>
                <a:latin typeface="Tahoma" pitchFamily="34" charset="0"/>
                <a:ea typeface="Tahoma" pitchFamily="34" charset="-122"/>
                <a:cs typeface="Tahoma" pitchFamily="34" charset="-120"/>
              </a:rPr>
              <a:t>«Anchor»</a:t>
            </a:r>
            <a:endParaRPr lang="en-US" sz="2200" dirty="0"/>
          </a:p>
        </p:txBody>
      </p:sp>
      <p:sp>
        <p:nvSpPr>
          <p:cNvPr id="8" name="Shape 5"/>
          <p:cNvSpPr/>
          <p:nvPr/>
        </p:nvSpPr>
        <p:spPr>
          <a:xfrm>
            <a:off x="6309360" y="1828800"/>
            <a:ext cx="5029200" cy="3383280"/>
          </a:xfrm>
          <a:prstGeom prst="roundRect">
            <a:avLst>
              <a:gd name="adj" fmla="val 3784"/>
            </a:avLst>
          </a:prstGeom>
          <a:solidFill>
            <a:srgbClr val="0A1F44"/>
          </a:solidFill>
          <a:ln/>
          <a:effectLst>
            <a:outerShdw sx="100000" sy="100000" kx="0" ky="0" algn="bl" rotWithShape="0" blurRad="101600" dist="38100" dir="5400000">
              <a:srgbClr val="000000">
                <a:alpha val="13000"/>
              </a:srgbClr>
            </a:outerShdw>
          </a:effectLst>
        </p:spPr>
      </p:sp>
      <p:sp>
        <p:nvSpPr>
          <p:cNvPr id="9" name="Text 6"/>
          <p:cNvSpPr/>
          <p:nvPr/>
        </p:nvSpPr>
        <p:spPr>
          <a:xfrm>
            <a:off x="6629400" y="2331720"/>
            <a:ext cx="4389120" cy="1463040"/>
          </a:xfrm>
          <a:prstGeom prst="rect">
            <a:avLst/>
          </a:prstGeom>
          <a:noFill/>
          <a:ln/>
        </p:spPr>
        <p:txBody>
          <a:bodyPr wrap="square" rtlCol="0" anchor="t"/>
          <a:lstStyle/>
          <a:p>
            <a:pPr indent="0" marL="0">
              <a:buNone/>
            </a:pPr>
            <a:r>
              <a:rPr lang="en-US" sz="3400" b="1" dirty="0">
                <a:solidFill>
                  <a:srgbClr val="FFFFFF"/>
                </a:solidFill>
                <a:latin typeface="Tahoma" pitchFamily="34" charset="0"/>
                <a:ea typeface="Tahoma" pitchFamily="34" charset="-122"/>
                <a:cs typeface="Tahoma" pitchFamily="34" charset="-120"/>
              </a:rPr>
              <a:t>«Key point»</a:t>
            </a:r>
            <a:endParaRPr lang="en-US" sz="3400" dirty="0"/>
          </a:p>
        </p:txBody>
      </p:sp>
      <p:sp>
        <p:nvSpPr>
          <p:cNvPr id="10" name="Text 7"/>
          <p:cNvSpPr/>
          <p:nvPr/>
        </p:nvSpPr>
        <p:spPr>
          <a:xfrm>
            <a:off x="6629400" y="4023360"/>
            <a:ext cx="4389120" cy="822960"/>
          </a:xfrm>
          <a:prstGeom prst="rect">
            <a:avLst/>
          </a:prstGeom>
          <a:noFill/>
          <a:ln/>
        </p:spPr>
        <p:txBody>
          <a:bodyPr wrap="square" rtlCol="0" anchor="t"/>
          <a:lstStyle/>
          <a:p>
            <a:pPr indent="0" marL="0">
              <a:buNone/>
            </a:pPr>
            <a:r>
              <a:rPr lang="en-US" sz="1800" dirty="0">
                <a:solidFill>
                  <a:srgbClr val="D4AF37"/>
                </a:solidFill>
                <a:latin typeface="Tahoma" pitchFamily="34" charset="0"/>
                <a:ea typeface="Tahoma" pitchFamily="34" charset="-122"/>
                <a:cs typeface="Tahoma" pitchFamily="34" charset="-120"/>
              </a:rPr>
              <a:t>«Support line»</a:t>
            </a:r>
            <a:endParaRPr lang="en-US" sz="1800" dirty="0"/>
          </a:p>
        </p:txBody>
      </p:sp>
      <p:sp>
        <p:nvSpPr>
          <p:cNvPr id="11" name="Text 8"/>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6B7488"/>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77240"/>
            <a:ext cx="10972800" cy="731520"/>
          </a:xfrm>
          <a:prstGeom prst="rect">
            <a:avLst/>
          </a:prstGeom>
          <a:noFill/>
          <a:ln/>
        </p:spPr>
        <p:txBody>
          <a:bodyPr wrap="square" rtlCol="0" anchor="ctr"/>
          <a:lstStyle/>
          <a:p>
            <a:pPr indent="0" marL="0">
              <a:buNone/>
            </a:pPr>
            <a:r>
              <a:rPr lang="en-US" sz="3400" b="1" dirty="0">
                <a:solidFill>
                  <a:srgbClr val="0A1F44"/>
                </a:solidFill>
                <a:latin typeface="Tahoma" pitchFamily="34" charset="0"/>
                <a:ea typeface="Tahoma" pitchFamily="34" charset="-122"/>
                <a:cs typeface="Tahoma" pitchFamily="34" charset="-120"/>
              </a:rPr>
              <a:t>«Practice title»</a:t>
            </a:r>
            <a:endParaRPr lang="en-US" sz="3400" dirty="0"/>
          </a:p>
        </p:txBody>
      </p:sp>
      <p:sp>
        <p:nvSpPr>
          <p:cNvPr id="3" name="Text 1"/>
          <p:cNvSpPr/>
          <p:nvPr/>
        </p:nvSpPr>
        <p:spPr>
          <a:xfrm>
            <a:off x="822960" y="2011680"/>
            <a:ext cx="5120640" cy="3017520"/>
          </a:xfrm>
          <a:prstGeom prst="rect">
            <a:avLst/>
          </a:prstGeom>
          <a:noFill/>
          <a:ln/>
        </p:spPr>
        <p:txBody>
          <a:bodyPr wrap="square" rtlCol="0" anchor="t"/>
          <a:lstStyle/>
          <a:p>
            <a:pPr indent="0" marL="0">
              <a:buNone/>
            </a:pPr>
            <a:r>
              <a:rPr lang="en-US" sz="2600" b="1" dirty="0">
                <a:solidFill>
                  <a:srgbClr val="0A1F44"/>
                </a:solidFill>
                <a:latin typeface="Tahoma" pitchFamily="34" charset="0"/>
                <a:ea typeface="Tahoma" pitchFamily="34" charset="-122"/>
                <a:cs typeface="Tahoma" pitchFamily="34" charset="-120"/>
              </a:rPr>
              <a:t>«What to do»
</a:t>
            </a:r>
            <a:pPr indent="0" marL="0">
              <a:buNone/>
            </a:pPr>
            <a:r>
              <a:rPr lang="en-US" sz="1800" dirty="0">
                <a:solidFill>
                  <a:srgbClr val="1A2238"/>
                </a:solidFill>
                <a:latin typeface="Tahoma" pitchFamily="34" charset="0"/>
                <a:ea typeface="Tahoma" pitchFamily="34" charset="-122"/>
                <a:cs typeface="Tahoma" pitchFamily="34" charset="-120"/>
              </a:rPr>
              <a:t>«Instructions: one or two lines»</a:t>
            </a:r>
            <a:endParaRPr lang="en-US" sz="2600" dirty="0"/>
          </a:p>
        </p:txBody>
      </p:sp>
      <p:sp>
        <p:nvSpPr>
          <p:cNvPr id="4" name="Shape 2"/>
          <p:cNvSpPr/>
          <p:nvPr/>
        </p:nvSpPr>
        <p:spPr>
          <a:xfrm>
            <a:off x="6400800" y="1828800"/>
            <a:ext cx="4937760" cy="3383280"/>
          </a:xfrm>
          <a:prstGeom prst="roundRect">
            <a:avLst>
              <a:gd name="adj" fmla="val 3784"/>
            </a:avLst>
          </a:prstGeom>
          <a:solidFill>
            <a:srgbClr val="F5F7FA"/>
          </a:solidFill>
          <a:ln/>
          <a:effectLst>
            <a:outerShdw sx="100000" sy="100000" kx="0" ky="0" algn="bl" rotWithShape="0" blurRad="101600" dist="38100" dir="5400000">
              <a:srgbClr val="000000">
                <a:alpha val="13000"/>
              </a:srgbClr>
            </a:outerShdw>
          </a:effectLst>
        </p:spPr>
      </p:sp>
      <p:sp>
        <p:nvSpPr>
          <p:cNvPr id="5" name="Shape 3"/>
          <p:cNvSpPr/>
          <p:nvPr/>
        </p:nvSpPr>
        <p:spPr>
          <a:xfrm>
            <a:off x="8412480" y="3063240"/>
            <a:ext cx="914400" cy="914400"/>
          </a:xfrm>
          <a:prstGeom prst="ellipse">
            <a:avLst/>
          </a:prstGeom>
          <a:solidFill>
            <a:srgbClr val="FFFFFF"/>
          </a:solidFill>
          <a:ln/>
          <a:effectLst>
            <a:outerShdw sx="100000" sy="100000" kx="0" ky="0" algn="bl" rotWithShape="0" blurRad="101600" dist="38100" dir="5400000">
              <a:srgbClr val="000000">
                <a:alpha val="13000"/>
              </a:srgbClr>
            </a:outerShdw>
          </a:effectLst>
        </p:spPr>
      </p:sp>
      <p:pic>
        <p:nvPicPr>
          <p:cNvPr id="6" name="Image 0" descr="preencoded.png">    </p:cNvPr>
          <p:cNvPicPr>
            <a:picLocks noChangeAspect="1"/>
          </p:cNvPicPr>
          <p:nvPr/>
        </p:nvPicPr>
        <p:blipFill>
          <a:blip r:embed="rId1"/>
          <a:stretch>
            <a:fillRect/>
          </a:stretch>
        </p:blipFill>
        <p:spPr>
          <a:xfrm>
            <a:off x="8641080" y="3291840"/>
            <a:ext cx="457200" cy="457200"/>
          </a:xfrm>
          <a:prstGeom prst="rect">
            <a:avLst/>
          </a:prstGeom>
        </p:spPr>
      </p:pic>
      <p:sp>
        <p:nvSpPr>
          <p:cNvPr id="7" name="Text 4"/>
          <p:cNvSpPr/>
          <p:nvPr/>
        </p:nvSpPr>
        <p:spPr>
          <a:xfrm>
            <a:off x="6583680" y="4297680"/>
            <a:ext cx="4572000" cy="457200"/>
          </a:xfrm>
          <a:prstGeom prst="rect">
            <a:avLst/>
          </a:prstGeom>
          <a:noFill/>
          <a:ln/>
        </p:spPr>
        <p:txBody>
          <a:bodyPr wrap="square" rtlCol="0" anchor="ctr"/>
          <a:lstStyle/>
          <a:p>
            <a:pPr algn="ctr" indent="0" marL="0">
              <a:buNone/>
            </a:pPr>
            <a:r>
              <a:rPr lang="en-US" sz="1800" dirty="0">
                <a:solidFill>
                  <a:srgbClr val="6B7488"/>
                </a:solidFill>
                <a:latin typeface="Tahoma" pitchFamily="34" charset="0"/>
                <a:ea typeface="Tahoma" pitchFamily="34" charset="-122"/>
                <a:cs typeface="Tahoma" pitchFamily="34" charset="-120"/>
              </a:rPr>
              <a:t>«Visual»</a:t>
            </a:r>
            <a:endParaRPr lang="en-US" sz="1800" dirty="0"/>
          </a:p>
        </p:txBody>
      </p:sp>
      <p:sp>
        <p:nvSpPr>
          <p:cNvPr id="8" name="Text 5"/>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6B7488"/>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44"/>
        </a:solidFill>
      </p:bgPr>
    </p:bg>
    <p:spTree>
      <p:nvGrpSpPr>
        <p:cNvPr id="1" name=""/>
        <p:cNvGrpSpPr/>
        <p:nvPr/>
      </p:nvGrpSpPr>
      <p:grpSpPr>
        <a:xfrm>
          <a:off x="0" y="0"/>
          <a:ext cx="0" cy="0"/>
          <a:chOff x="0" y="0"/>
          <a:chExt cx="0" cy="0"/>
        </a:xfrm>
      </p:grpSpPr>
      <p:sp>
        <p:nvSpPr>
          <p:cNvPr id="2" name="Shape 0"/>
          <p:cNvSpPr/>
          <p:nvPr/>
        </p:nvSpPr>
        <p:spPr>
          <a:xfrm>
            <a:off x="-1371600" y="3840480"/>
            <a:ext cx="3840480" cy="3840480"/>
          </a:xfrm>
          <a:prstGeom prst="ellipse">
            <a:avLst/>
          </a:prstGeom>
          <a:solidFill>
            <a:srgbClr val="12295A"/>
          </a:solidFill>
          <a:ln/>
        </p:spPr>
      </p:sp>
      <p:sp>
        <p:nvSpPr>
          <p:cNvPr id="3" name="Text 1"/>
          <p:cNvSpPr/>
          <p:nvPr/>
        </p:nvSpPr>
        <p:spPr>
          <a:xfrm>
            <a:off x="640080" y="685800"/>
            <a:ext cx="10972800" cy="731520"/>
          </a:xfrm>
          <a:prstGeom prst="rect">
            <a:avLst/>
          </a:prstGeom>
          <a:noFill/>
          <a:ln/>
        </p:spPr>
        <p:txBody>
          <a:bodyPr wrap="square" rtlCol="0" anchor="ctr"/>
          <a:lstStyle/>
          <a:p>
            <a:pPr algn="ctr" indent="0" marL="0">
              <a:buNone/>
            </a:pPr>
            <a:r>
              <a:rPr lang="en-US" sz="3400" b="1" dirty="0">
                <a:solidFill>
                  <a:srgbClr val="FFFFFF"/>
                </a:solidFill>
                <a:latin typeface="Tahoma" pitchFamily="34" charset="0"/>
                <a:ea typeface="Tahoma" pitchFamily="34" charset="-122"/>
                <a:cs typeface="Tahoma" pitchFamily="34" charset="-120"/>
              </a:rPr>
              <a:t>How to use this kit</a:t>
            </a:r>
            <a:endParaRPr lang="en-US" sz="3400" dirty="0"/>
          </a:p>
        </p:txBody>
      </p:sp>
      <p:sp>
        <p:nvSpPr>
          <p:cNvPr id="4" name="Shape 2"/>
          <p:cNvSpPr/>
          <p:nvPr/>
        </p:nvSpPr>
        <p:spPr>
          <a:xfrm>
            <a:off x="822960" y="1920240"/>
            <a:ext cx="3383280" cy="2743200"/>
          </a:xfrm>
          <a:prstGeom prst="roundRect">
            <a:avLst>
              <a:gd name="adj" fmla="val 4667"/>
            </a:avLst>
          </a:prstGeom>
          <a:solidFill>
            <a:srgbClr val="0E2350"/>
          </a:solidFill>
          <a:ln/>
          <a:effectLst>
            <a:outerShdw sx="100000" sy="100000" kx="0" ky="0" algn="bl" rotWithShape="0" blurRad="101600" dist="38100" dir="5400000">
              <a:srgbClr val="000000">
                <a:alpha val="13000"/>
              </a:srgbClr>
            </a:outerShdw>
          </a:effectLst>
        </p:spPr>
      </p:sp>
      <p:sp>
        <p:nvSpPr>
          <p:cNvPr id="5" name="Shape 3"/>
          <p:cNvSpPr/>
          <p:nvPr/>
        </p:nvSpPr>
        <p:spPr>
          <a:xfrm>
            <a:off x="2057400" y="2240280"/>
            <a:ext cx="914400" cy="914400"/>
          </a:xfrm>
          <a:prstGeom prst="ellipse">
            <a:avLst/>
          </a:prstGeom>
          <a:solidFill>
            <a:srgbClr val="12325F"/>
          </a:solidFill>
          <a:ln/>
        </p:spPr>
      </p:sp>
      <p:pic>
        <p:nvPicPr>
          <p:cNvPr id="6" name="Image 0" descr="preencoded.png">    </p:cNvPr>
          <p:cNvPicPr>
            <a:picLocks noChangeAspect="1"/>
          </p:cNvPicPr>
          <p:nvPr/>
        </p:nvPicPr>
        <p:blipFill>
          <a:blip r:embed="rId1"/>
          <a:stretch>
            <a:fillRect/>
          </a:stretch>
        </p:blipFill>
        <p:spPr>
          <a:xfrm>
            <a:off x="2286000" y="2468880"/>
            <a:ext cx="457200" cy="457200"/>
          </a:xfrm>
          <a:prstGeom prst="rect">
            <a:avLst/>
          </a:prstGeom>
        </p:spPr>
      </p:pic>
      <p:sp>
        <p:nvSpPr>
          <p:cNvPr id="7" name="Text 4"/>
          <p:cNvSpPr/>
          <p:nvPr/>
        </p:nvSpPr>
        <p:spPr>
          <a:xfrm>
            <a:off x="1005840" y="3429000"/>
            <a:ext cx="3017520" cy="822960"/>
          </a:xfrm>
          <a:prstGeom prst="rect">
            <a:avLst/>
          </a:prstGeom>
          <a:noFill/>
          <a:ln/>
        </p:spPr>
        <p:txBody>
          <a:bodyPr wrap="square" rtlCol="0" anchor="t"/>
          <a:lstStyle/>
          <a:p>
            <a:pPr algn="ctr" indent="0" marL="0">
              <a:buNone/>
            </a:pPr>
            <a:r>
              <a:rPr lang="en-US" sz="2200" b="1" dirty="0">
                <a:solidFill>
                  <a:srgbClr val="FFFFFF"/>
                </a:solidFill>
                <a:latin typeface="Tahoma" pitchFamily="34" charset="0"/>
                <a:ea typeface="Tahoma" pitchFamily="34" charset="-122"/>
                <a:cs typeface="Tahoma" pitchFamily="34" charset="-120"/>
              </a:rPr>
              <a:t>Duplicate the slide you need</a:t>
            </a:r>
            <a:endParaRPr lang="en-US" sz="2200" dirty="0"/>
          </a:p>
        </p:txBody>
      </p:sp>
      <p:sp>
        <p:nvSpPr>
          <p:cNvPr id="8" name="Shape 5"/>
          <p:cNvSpPr/>
          <p:nvPr/>
        </p:nvSpPr>
        <p:spPr>
          <a:xfrm>
            <a:off x="4480560" y="1920240"/>
            <a:ext cx="3383280" cy="2743200"/>
          </a:xfrm>
          <a:prstGeom prst="roundRect">
            <a:avLst>
              <a:gd name="adj" fmla="val 4667"/>
            </a:avLst>
          </a:prstGeom>
          <a:solidFill>
            <a:srgbClr val="0E2350"/>
          </a:solidFill>
          <a:ln/>
          <a:effectLst>
            <a:outerShdw sx="100000" sy="100000" kx="0" ky="0" algn="bl" rotWithShape="0" blurRad="101600" dist="38100" dir="5400000">
              <a:srgbClr val="000000">
                <a:alpha val="13000"/>
              </a:srgbClr>
            </a:outerShdw>
          </a:effectLst>
        </p:spPr>
      </p:sp>
      <p:sp>
        <p:nvSpPr>
          <p:cNvPr id="9" name="Shape 6"/>
          <p:cNvSpPr/>
          <p:nvPr/>
        </p:nvSpPr>
        <p:spPr>
          <a:xfrm>
            <a:off x="5715000" y="2240280"/>
            <a:ext cx="914400" cy="914400"/>
          </a:xfrm>
          <a:prstGeom prst="ellipse">
            <a:avLst/>
          </a:prstGeom>
          <a:solidFill>
            <a:srgbClr val="12325F"/>
          </a:solidFill>
          <a:ln/>
        </p:spPr>
      </p:sp>
      <p:pic>
        <p:nvPicPr>
          <p:cNvPr id="10" name="Image 1" descr="preencoded.png">    </p:cNvPr>
          <p:cNvPicPr>
            <a:picLocks noChangeAspect="1"/>
          </p:cNvPicPr>
          <p:nvPr/>
        </p:nvPicPr>
        <p:blipFill>
          <a:blip r:embed="rId2"/>
          <a:stretch>
            <a:fillRect/>
          </a:stretch>
        </p:blipFill>
        <p:spPr>
          <a:xfrm>
            <a:off x="5943600" y="2468880"/>
            <a:ext cx="457200" cy="457200"/>
          </a:xfrm>
          <a:prstGeom prst="rect">
            <a:avLst/>
          </a:prstGeom>
        </p:spPr>
      </p:pic>
      <p:sp>
        <p:nvSpPr>
          <p:cNvPr id="11" name="Text 7"/>
          <p:cNvSpPr/>
          <p:nvPr/>
        </p:nvSpPr>
        <p:spPr>
          <a:xfrm>
            <a:off x="4663440" y="3429000"/>
            <a:ext cx="3017520" cy="822960"/>
          </a:xfrm>
          <a:prstGeom prst="rect">
            <a:avLst/>
          </a:prstGeom>
          <a:noFill/>
          <a:ln/>
        </p:spPr>
        <p:txBody>
          <a:bodyPr wrap="square" rtlCol="0" anchor="t"/>
          <a:lstStyle/>
          <a:p>
            <a:pPr algn="ctr" indent="0" marL="0">
              <a:buNone/>
            </a:pPr>
            <a:r>
              <a:rPr lang="en-US" sz="2200" b="1" dirty="0">
                <a:solidFill>
                  <a:srgbClr val="FFFFFF"/>
                </a:solidFill>
                <a:latin typeface="Tahoma" pitchFamily="34" charset="0"/>
                <a:ea typeface="Tahoma" pitchFamily="34" charset="-122"/>
                <a:cs typeface="Tahoma" pitchFamily="34" charset="-120"/>
              </a:rPr>
              <a:t>Edit only the marked parts</a:t>
            </a:r>
            <a:endParaRPr lang="en-US" sz="2200" dirty="0"/>
          </a:p>
        </p:txBody>
      </p:sp>
      <p:sp>
        <p:nvSpPr>
          <p:cNvPr id="12" name="Shape 8"/>
          <p:cNvSpPr/>
          <p:nvPr/>
        </p:nvSpPr>
        <p:spPr>
          <a:xfrm>
            <a:off x="8138160" y="1920240"/>
            <a:ext cx="3383280" cy="2743200"/>
          </a:xfrm>
          <a:prstGeom prst="roundRect">
            <a:avLst>
              <a:gd name="adj" fmla="val 4667"/>
            </a:avLst>
          </a:prstGeom>
          <a:solidFill>
            <a:srgbClr val="0E2350"/>
          </a:solidFill>
          <a:ln/>
          <a:effectLst>
            <a:outerShdw sx="100000" sy="100000" kx="0" ky="0" algn="bl" rotWithShape="0" blurRad="101600" dist="38100" dir="5400000">
              <a:srgbClr val="000000">
                <a:alpha val="13000"/>
              </a:srgbClr>
            </a:outerShdw>
          </a:effectLst>
        </p:spPr>
      </p:sp>
      <p:sp>
        <p:nvSpPr>
          <p:cNvPr id="13" name="Shape 9"/>
          <p:cNvSpPr/>
          <p:nvPr/>
        </p:nvSpPr>
        <p:spPr>
          <a:xfrm>
            <a:off x="9372600" y="2240280"/>
            <a:ext cx="914400" cy="914400"/>
          </a:xfrm>
          <a:prstGeom prst="ellipse">
            <a:avLst/>
          </a:prstGeom>
          <a:solidFill>
            <a:srgbClr val="12325F"/>
          </a:solidFill>
          <a:ln/>
        </p:spPr>
      </p:sp>
      <p:pic>
        <p:nvPicPr>
          <p:cNvPr id="14" name="Image 2" descr="preencoded.png">    </p:cNvPr>
          <p:cNvPicPr>
            <a:picLocks noChangeAspect="1"/>
          </p:cNvPicPr>
          <p:nvPr/>
        </p:nvPicPr>
        <p:blipFill>
          <a:blip r:embed="rId3"/>
          <a:stretch>
            <a:fillRect/>
          </a:stretch>
        </p:blipFill>
        <p:spPr>
          <a:xfrm>
            <a:off x="9601200" y="2468880"/>
            <a:ext cx="457200" cy="457200"/>
          </a:xfrm>
          <a:prstGeom prst="rect">
            <a:avLst/>
          </a:prstGeom>
        </p:spPr>
      </p:pic>
      <p:sp>
        <p:nvSpPr>
          <p:cNvPr id="15" name="Text 10"/>
          <p:cNvSpPr/>
          <p:nvPr/>
        </p:nvSpPr>
        <p:spPr>
          <a:xfrm>
            <a:off x="8321040" y="3429000"/>
            <a:ext cx="3017520" cy="822960"/>
          </a:xfrm>
          <a:prstGeom prst="rect">
            <a:avLst/>
          </a:prstGeom>
          <a:noFill/>
          <a:ln/>
        </p:spPr>
        <p:txBody>
          <a:bodyPr wrap="square" rtlCol="0" anchor="t"/>
          <a:lstStyle/>
          <a:p>
            <a:pPr algn="ctr" indent="0" marL="0">
              <a:buNone/>
            </a:pPr>
            <a:r>
              <a:rPr lang="en-US" sz="2200" b="1" dirty="0">
                <a:solidFill>
                  <a:srgbClr val="FFFFFF"/>
                </a:solidFill>
                <a:latin typeface="Tahoma" pitchFamily="34" charset="0"/>
                <a:ea typeface="Tahoma" pitchFamily="34" charset="-122"/>
                <a:cs typeface="Tahoma" pitchFamily="34" charset="-120"/>
              </a:rPr>
              <a:t>Read the notes for what to change</a:t>
            </a:r>
            <a:endParaRPr lang="en-US" sz="2200" dirty="0"/>
          </a:p>
        </p:txBody>
      </p:sp>
      <p:sp>
        <p:nvSpPr>
          <p:cNvPr id="16" name="Text 11"/>
          <p:cNvSpPr/>
          <p:nvPr/>
        </p:nvSpPr>
        <p:spPr>
          <a:xfrm>
            <a:off x="640080" y="5029200"/>
            <a:ext cx="10972800" cy="548640"/>
          </a:xfrm>
          <a:prstGeom prst="rect">
            <a:avLst/>
          </a:prstGeom>
          <a:noFill/>
          <a:ln/>
        </p:spPr>
        <p:txBody>
          <a:bodyPr wrap="square" rtlCol="0" anchor="ctr"/>
          <a:lstStyle/>
          <a:p>
            <a:pPr algn="ctr" indent="0" marL="0">
              <a:buNone/>
            </a:pPr>
            <a:r>
              <a:rPr lang="en-US" sz="2000" i="1" dirty="0">
                <a:solidFill>
                  <a:srgbClr val="D4AF37"/>
                </a:solidFill>
                <a:latin typeface="Tahoma" pitchFamily="34" charset="0"/>
                <a:ea typeface="Tahoma" pitchFamily="34" charset="-122"/>
                <a:cs typeface="Tahoma" pitchFamily="34" charset="-120"/>
              </a:rPr>
              <a:t>Mission, Ground Rules, and Thank You are ready to use as is.</a:t>
            </a:r>
            <a:endParaRPr lang="en-US" sz="2000" dirty="0"/>
          </a:p>
        </p:txBody>
      </p:sp>
      <p:sp>
        <p:nvSpPr>
          <p:cNvPr id="17" name="Text 12"/>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8A96B0"/>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F44"/>
        </a:solidFill>
      </p:bgPr>
    </p:bg>
    <p:spTree>
      <p:nvGrpSpPr>
        <p:cNvPr id="1" name=""/>
        <p:cNvGrpSpPr/>
        <p:nvPr/>
      </p:nvGrpSpPr>
      <p:grpSpPr>
        <a:xfrm>
          <a:off x="0" y="0"/>
          <a:ext cx="0" cy="0"/>
          <a:chOff x="0" y="0"/>
          <a:chExt cx="0" cy="0"/>
        </a:xfrm>
      </p:grpSpPr>
      <p:sp>
        <p:nvSpPr>
          <p:cNvPr id="2" name="Shape 0"/>
          <p:cNvSpPr/>
          <p:nvPr/>
        </p:nvSpPr>
        <p:spPr>
          <a:xfrm>
            <a:off x="9326880" y="-1554480"/>
            <a:ext cx="4389120" cy="4389120"/>
          </a:xfrm>
          <a:prstGeom prst="ellipse">
            <a:avLst/>
          </a:prstGeom>
          <a:solidFill>
            <a:srgbClr val="12295A"/>
          </a:solidFill>
          <a:ln/>
        </p:spPr>
      </p:sp>
      <p:sp>
        <p:nvSpPr>
          <p:cNvPr id="3" name="Shape 1"/>
          <p:cNvSpPr/>
          <p:nvPr/>
        </p:nvSpPr>
        <p:spPr>
          <a:xfrm>
            <a:off x="10698480" y="4389120"/>
            <a:ext cx="2743200" cy="2743200"/>
          </a:xfrm>
          <a:prstGeom prst="ellipse">
            <a:avLst/>
          </a:prstGeom>
          <a:solidFill>
            <a:srgbClr val="A6CE39">
              <a:alpha val="18000"/>
            </a:srgbClr>
          </a:solidFill>
          <a:ln/>
        </p:spPr>
      </p:sp>
      <p:sp>
        <p:nvSpPr>
          <p:cNvPr id="4" name="Text 2"/>
          <p:cNvSpPr/>
          <p:nvPr/>
        </p:nvSpPr>
        <p:spPr>
          <a:xfrm>
            <a:off x="822960" y="1554480"/>
            <a:ext cx="10058400" cy="365760"/>
          </a:xfrm>
          <a:prstGeom prst="rect">
            <a:avLst/>
          </a:prstGeom>
          <a:noFill/>
          <a:ln/>
        </p:spPr>
        <p:txBody>
          <a:bodyPr wrap="square" rtlCol="0" anchor="ctr"/>
          <a:lstStyle/>
          <a:p>
            <a:pPr indent="0" marL="0">
              <a:buNone/>
            </a:pPr>
            <a:r>
              <a:rPr lang="en-US" sz="1800" b="1" spc="400" kern="0" dirty="0">
                <a:solidFill>
                  <a:srgbClr val="D4AF37"/>
                </a:solidFill>
                <a:latin typeface="Tahoma" pitchFamily="34" charset="0"/>
                <a:ea typeface="Tahoma" pitchFamily="34" charset="-122"/>
                <a:cs typeface="Tahoma" pitchFamily="34" charset="-120"/>
              </a:rPr>
              <a:t>OUR MISSION</a:t>
            </a:r>
            <a:endParaRPr lang="en-US" sz="1800" dirty="0"/>
          </a:p>
        </p:txBody>
      </p:sp>
      <p:sp>
        <p:nvSpPr>
          <p:cNvPr id="5" name="Text 3"/>
          <p:cNvSpPr/>
          <p:nvPr/>
        </p:nvSpPr>
        <p:spPr>
          <a:xfrm>
            <a:off x="777240" y="2103120"/>
            <a:ext cx="10332720" cy="2194560"/>
          </a:xfrm>
          <a:prstGeom prst="rect">
            <a:avLst/>
          </a:prstGeom>
          <a:noFill/>
          <a:ln/>
        </p:spPr>
        <p:txBody>
          <a:bodyPr wrap="square" rtlCol="0" anchor="t"/>
          <a:lstStyle/>
          <a:p>
            <a:pPr indent="0" marL="0">
              <a:lnSpc>
                <a:spcPct val="100000"/>
              </a:lnSpc>
              <a:buNone/>
            </a:pPr>
            <a:r>
              <a:rPr lang="en-US" sz="4000" b="1" dirty="0">
                <a:solidFill>
                  <a:srgbClr val="FFFFFF"/>
                </a:solidFill>
                <a:latin typeface="Tahoma" pitchFamily="34" charset="0"/>
                <a:ea typeface="Tahoma" pitchFamily="34" charset="-122"/>
                <a:cs typeface="Tahoma" pitchFamily="34" charset="-120"/>
              </a:rPr>
              <a:t>We help teams of experts become expert teams.</a:t>
            </a:r>
            <a:endParaRPr lang="en-US" sz="4000" dirty="0"/>
          </a:p>
        </p:txBody>
      </p:sp>
      <p:sp>
        <p:nvSpPr>
          <p:cNvPr id="6" name="Shape 4"/>
          <p:cNvSpPr/>
          <p:nvPr/>
        </p:nvSpPr>
        <p:spPr>
          <a:xfrm>
            <a:off x="868680" y="4434840"/>
            <a:ext cx="548640" cy="82296"/>
          </a:xfrm>
          <a:prstGeom prst="rect">
            <a:avLst/>
          </a:prstGeom>
          <a:solidFill>
            <a:srgbClr val="F2541B"/>
          </a:solidFill>
          <a:ln/>
        </p:spPr>
      </p:sp>
      <p:pic>
        <p:nvPicPr>
          <p:cNvPr id="7" name="Image 0" descr="preencoded.png">    </p:cNvPr>
          <p:cNvPicPr>
            <a:picLocks noChangeAspect="1"/>
          </p:cNvPicPr>
          <p:nvPr/>
        </p:nvPicPr>
        <p:blipFill>
          <a:blip r:embed="rId1"/>
          <a:stretch>
            <a:fillRect/>
          </a:stretch>
        </p:blipFill>
        <p:spPr>
          <a:xfrm>
            <a:off x="9527551" y="320040"/>
            <a:ext cx="2085329" cy="384048"/>
          </a:xfrm>
          <a:prstGeom prst="rect">
            <a:avLst/>
          </a:prstGeom>
        </p:spPr>
      </p:pic>
      <p:sp>
        <p:nvSpPr>
          <p:cNvPr id="8" name="Text 5"/>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8A96B0"/>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731520"/>
          </a:xfrm>
          <a:prstGeom prst="rect">
            <a:avLst/>
          </a:prstGeom>
          <a:noFill/>
          <a:ln/>
        </p:spPr>
        <p:txBody>
          <a:bodyPr wrap="square" rtlCol="0" anchor="ctr"/>
          <a:lstStyle/>
          <a:p>
            <a:pPr indent="0" marL="0">
              <a:buNone/>
            </a:pPr>
            <a:r>
              <a:rPr lang="en-US" sz="3600" b="1" dirty="0">
                <a:solidFill>
                  <a:srgbClr val="0A1F44"/>
                </a:solidFill>
                <a:latin typeface="Tahoma" pitchFamily="34" charset="0"/>
                <a:ea typeface="Tahoma" pitchFamily="34" charset="-122"/>
                <a:cs typeface="Tahoma" pitchFamily="34" charset="-120"/>
              </a:rPr>
              <a:t>Ground Rules</a:t>
            </a:r>
            <a:endParaRPr lang="en-US" sz="3600" dirty="0"/>
          </a:p>
        </p:txBody>
      </p:sp>
      <p:sp>
        <p:nvSpPr>
          <p:cNvPr id="3" name="Shape 1"/>
          <p:cNvSpPr/>
          <p:nvPr/>
        </p:nvSpPr>
        <p:spPr>
          <a:xfrm>
            <a:off x="822960" y="1691640"/>
            <a:ext cx="10515600" cy="914400"/>
          </a:xfrm>
          <a:prstGeom prst="roundRect">
            <a:avLst>
              <a:gd name="adj" fmla="val 10000"/>
            </a:avLst>
          </a:prstGeom>
          <a:solidFill>
            <a:srgbClr val="F5F7FA"/>
          </a:solidFill>
          <a:ln/>
          <a:effectLst>
            <a:outerShdw sx="100000" sy="100000" kx="0" ky="0" algn="bl" rotWithShape="0" blurRad="101600" dist="38100" dir="5400000">
              <a:srgbClr val="000000">
                <a:alpha val="13000"/>
              </a:srgbClr>
            </a:outerShdw>
          </a:effectLst>
        </p:spPr>
      </p:sp>
      <p:sp>
        <p:nvSpPr>
          <p:cNvPr id="4" name="Shape 2"/>
          <p:cNvSpPr/>
          <p:nvPr/>
        </p:nvSpPr>
        <p:spPr>
          <a:xfrm>
            <a:off x="1097280" y="1874520"/>
            <a:ext cx="548640" cy="548640"/>
          </a:xfrm>
          <a:prstGeom prst="ellipse">
            <a:avLst/>
          </a:prstGeom>
          <a:solidFill>
            <a:srgbClr val="FFFFFF"/>
          </a:solidFill>
          <a:ln/>
          <a:effectLst>
            <a:outerShdw sx="100000" sy="100000" kx="0" ky="0" algn="bl" rotWithShape="0" blurRad="101600" dist="38100" dir="5400000">
              <a:srgbClr val="000000">
                <a:alpha val="13000"/>
              </a:srgbClr>
            </a:outerShdw>
          </a:effectLst>
        </p:spPr>
      </p:sp>
      <p:pic>
        <p:nvPicPr>
          <p:cNvPr id="5" name="Image 0" descr="preencoded.png">    </p:cNvPr>
          <p:cNvPicPr>
            <a:picLocks noChangeAspect="1"/>
          </p:cNvPicPr>
          <p:nvPr/>
        </p:nvPicPr>
        <p:blipFill>
          <a:blip r:embed="rId1"/>
          <a:stretch>
            <a:fillRect/>
          </a:stretch>
        </p:blipFill>
        <p:spPr>
          <a:xfrm>
            <a:off x="1234440" y="2011680"/>
            <a:ext cx="274320" cy="274320"/>
          </a:xfrm>
          <a:prstGeom prst="rect">
            <a:avLst/>
          </a:prstGeom>
        </p:spPr>
      </p:pic>
      <p:sp>
        <p:nvSpPr>
          <p:cNvPr id="6" name="Text 3"/>
          <p:cNvSpPr/>
          <p:nvPr/>
        </p:nvSpPr>
        <p:spPr>
          <a:xfrm>
            <a:off x="1920240" y="1691640"/>
            <a:ext cx="9144000" cy="914400"/>
          </a:xfrm>
          <a:prstGeom prst="rect">
            <a:avLst/>
          </a:prstGeom>
          <a:noFill/>
          <a:ln/>
        </p:spPr>
        <p:txBody>
          <a:bodyPr wrap="square" rtlCol="0" anchor="ctr"/>
          <a:lstStyle/>
          <a:p>
            <a:pPr indent="0" marL="0">
              <a:buNone/>
            </a:pPr>
            <a:r>
              <a:rPr lang="en-US" sz="2000" b="1" dirty="0">
                <a:solidFill>
                  <a:srgbClr val="0A1F44"/>
                </a:solidFill>
                <a:latin typeface="Tahoma" pitchFamily="34" charset="0"/>
                <a:ea typeface="Tahoma" pitchFamily="34" charset="-122"/>
                <a:cs typeface="Tahoma" pitchFamily="34" charset="-120"/>
              </a:rPr>
              <a:t>Be present   </a:t>
            </a:r>
            <a:pPr indent="0" marL="0">
              <a:buNone/>
            </a:pPr>
            <a:r>
              <a:rPr lang="en-US" sz="1800" dirty="0">
                <a:solidFill>
                  <a:srgbClr val="6B7488"/>
                </a:solidFill>
                <a:latin typeface="Tahoma" pitchFamily="34" charset="0"/>
                <a:ea typeface="Tahoma" pitchFamily="34" charset="-122"/>
                <a:cs typeface="Tahoma" pitchFamily="34" charset="-120"/>
              </a:rPr>
              <a:t>phones down, fully here</a:t>
            </a:r>
            <a:endParaRPr lang="en-US" sz="2000" dirty="0"/>
          </a:p>
        </p:txBody>
      </p:sp>
      <p:sp>
        <p:nvSpPr>
          <p:cNvPr id="7" name="Shape 4"/>
          <p:cNvSpPr/>
          <p:nvPr/>
        </p:nvSpPr>
        <p:spPr>
          <a:xfrm>
            <a:off x="822960" y="2697480"/>
            <a:ext cx="10515600" cy="914400"/>
          </a:xfrm>
          <a:prstGeom prst="roundRect">
            <a:avLst>
              <a:gd name="adj" fmla="val 10000"/>
            </a:avLst>
          </a:prstGeom>
          <a:solidFill>
            <a:srgbClr val="F5F7FA"/>
          </a:solidFill>
          <a:ln/>
          <a:effectLst>
            <a:outerShdw sx="100000" sy="100000" kx="0" ky="0" algn="bl" rotWithShape="0" blurRad="101600" dist="38100" dir="5400000">
              <a:srgbClr val="000000">
                <a:alpha val="13000"/>
              </a:srgbClr>
            </a:outerShdw>
          </a:effectLst>
        </p:spPr>
      </p:sp>
      <p:sp>
        <p:nvSpPr>
          <p:cNvPr id="8" name="Shape 5"/>
          <p:cNvSpPr/>
          <p:nvPr/>
        </p:nvSpPr>
        <p:spPr>
          <a:xfrm>
            <a:off x="1097280" y="2880360"/>
            <a:ext cx="548640" cy="548640"/>
          </a:xfrm>
          <a:prstGeom prst="ellipse">
            <a:avLst/>
          </a:prstGeom>
          <a:solidFill>
            <a:srgbClr val="FFFFFF"/>
          </a:solidFill>
          <a:ln/>
          <a:effectLst>
            <a:outerShdw sx="100000" sy="100000" kx="0" ky="0" algn="bl" rotWithShape="0" blurRad="101600" dist="38100" dir="5400000">
              <a:srgbClr val="000000">
                <a:alpha val="13000"/>
              </a:srgbClr>
            </a:outerShdw>
          </a:effectLst>
        </p:spPr>
      </p:sp>
      <p:pic>
        <p:nvPicPr>
          <p:cNvPr id="9" name="Image 1" descr="preencoded.png">    </p:cNvPr>
          <p:cNvPicPr>
            <a:picLocks noChangeAspect="1"/>
          </p:cNvPicPr>
          <p:nvPr/>
        </p:nvPicPr>
        <p:blipFill>
          <a:blip r:embed="rId2"/>
          <a:stretch>
            <a:fillRect/>
          </a:stretch>
        </p:blipFill>
        <p:spPr>
          <a:xfrm>
            <a:off x="1234440" y="3017520"/>
            <a:ext cx="274320" cy="274320"/>
          </a:xfrm>
          <a:prstGeom prst="rect">
            <a:avLst/>
          </a:prstGeom>
        </p:spPr>
      </p:pic>
      <p:sp>
        <p:nvSpPr>
          <p:cNvPr id="10" name="Text 6"/>
          <p:cNvSpPr/>
          <p:nvPr/>
        </p:nvSpPr>
        <p:spPr>
          <a:xfrm>
            <a:off x="1920240" y="2697480"/>
            <a:ext cx="9144000" cy="914400"/>
          </a:xfrm>
          <a:prstGeom prst="rect">
            <a:avLst/>
          </a:prstGeom>
          <a:noFill/>
          <a:ln/>
        </p:spPr>
        <p:txBody>
          <a:bodyPr wrap="square" rtlCol="0" anchor="ctr"/>
          <a:lstStyle/>
          <a:p>
            <a:pPr indent="0" marL="0">
              <a:buNone/>
            </a:pPr>
            <a:r>
              <a:rPr lang="en-US" sz="2000" b="1" dirty="0">
                <a:solidFill>
                  <a:srgbClr val="0A1F44"/>
                </a:solidFill>
                <a:latin typeface="Tahoma" pitchFamily="34" charset="0"/>
                <a:ea typeface="Tahoma" pitchFamily="34" charset="-122"/>
                <a:cs typeface="Tahoma" pitchFamily="34" charset="-120"/>
              </a:rPr>
              <a:t>Participate   </a:t>
            </a:r>
            <a:pPr indent="0" marL="0">
              <a:buNone/>
            </a:pPr>
            <a:r>
              <a:rPr lang="en-US" sz="1800" dirty="0">
                <a:solidFill>
                  <a:srgbClr val="6B7488"/>
                </a:solidFill>
                <a:latin typeface="Tahoma" pitchFamily="34" charset="0"/>
                <a:ea typeface="Tahoma" pitchFamily="34" charset="-122"/>
                <a:cs typeface="Tahoma" pitchFamily="34" charset="-120"/>
              </a:rPr>
              <a:t>the room is the content</a:t>
            </a:r>
            <a:endParaRPr lang="en-US" sz="2000" dirty="0"/>
          </a:p>
        </p:txBody>
      </p:sp>
      <p:sp>
        <p:nvSpPr>
          <p:cNvPr id="11" name="Shape 7"/>
          <p:cNvSpPr/>
          <p:nvPr/>
        </p:nvSpPr>
        <p:spPr>
          <a:xfrm>
            <a:off x="822960" y="3703320"/>
            <a:ext cx="10515600" cy="914400"/>
          </a:xfrm>
          <a:prstGeom prst="roundRect">
            <a:avLst>
              <a:gd name="adj" fmla="val 10000"/>
            </a:avLst>
          </a:prstGeom>
          <a:solidFill>
            <a:srgbClr val="F5F7FA"/>
          </a:solidFill>
          <a:ln/>
          <a:effectLst>
            <a:outerShdw sx="100000" sy="100000" kx="0" ky="0" algn="bl" rotWithShape="0" blurRad="101600" dist="38100" dir="5400000">
              <a:srgbClr val="000000">
                <a:alpha val="13000"/>
              </a:srgbClr>
            </a:outerShdw>
          </a:effectLst>
        </p:spPr>
      </p:sp>
      <p:sp>
        <p:nvSpPr>
          <p:cNvPr id="12" name="Shape 8"/>
          <p:cNvSpPr/>
          <p:nvPr/>
        </p:nvSpPr>
        <p:spPr>
          <a:xfrm>
            <a:off x="1097280" y="3886200"/>
            <a:ext cx="548640" cy="548640"/>
          </a:xfrm>
          <a:prstGeom prst="ellipse">
            <a:avLst/>
          </a:prstGeom>
          <a:solidFill>
            <a:srgbClr val="FFFFFF"/>
          </a:solidFill>
          <a:ln/>
          <a:effectLst>
            <a:outerShdw sx="100000" sy="100000" kx="0" ky="0" algn="bl" rotWithShape="0" blurRad="101600" dist="38100" dir="5400000">
              <a:srgbClr val="000000">
                <a:alpha val="13000"/>
              </a:srgbClr>
            </a:outerShdw>
          </a:effectLst>
        </p:spPr>
      </p:sp>
      <p:pic>
        <p:nvPicPr>
          <p:cNvPr id="13" name="Image 2" descr="preencoded.png">    </p:cNvPr>
          <p:cNvPicPr>
            <a:picLocks noChangeAspect="1"/>
          </p:cNvPicPr>
          <p:nvPr/>
        </p:nvPicPr>
        <p:blipFill>
          <a:blip r:embed="rId3"/>
          <a:stretch>
            <a:fillRect/>
          </a:stretch>
        </p:blipFill>
        <p:spPr>
          <a:xfrm>
            <a:off x="1234440" y="4023360"/>
            <a:ext cx="274320" cy="274320"/>
          </a:xfrm>
          <a:prstGeom prst="rect">
            <a:avLst/>
          </a:prstGeom>
        </p:spPr>
      </p:pic>
      <p:sp>
        <p:nvSpPr>
          <p:cNvPr id="14" name="Text 9"/>
          <p:cNvSpPr/>
          <p:nvPr/>
        </p:nvSpPr>
        <p:spPr>
          <a:xfrm>
            <a:off x="1920240" y="3703320"/>
            <a:ext cx="9144000" cy="914400"/>
          </a:xfrm>
          <a:prstGeom prst="rect">
            <a:avLst/>
          </a:prstGeom>
          <a:noFill/>
          <a:ln/>
        </p:spPr>
        <p:txBody>
          <a:bodyPr wrap="square" rtlCol="0" anchor="ctr"/>
          <a:lstStyle/>
          <a:p>
            <a:pPr indent="0" marL="0">
              <a:buNone/>
            </a:pPr>
            <a:r>
              <a:rPr lang="en-US" sz="2000" b="1" dirty="0">
                <a:solidFill>
                  <a:srgbClr val="0A1F44"/>
                </a:solidFill>
                <a:latin typeface="Tahoma" pitchFamily="34" charset="0"/>
                <a:ea typeface="Tahoma" pitchFamily="34" charset="-122"/>
                <a:cs typeface="Tahoma" pitchFamily="34" charset="-120"/>
              </a:rPr>
              <a:t>Confidentiality   </a:t>
            </a:r>
            <a:pPr indent="0" marL="0">
              <a:buNone/>
            </a:pPr>
            <a:r>
              <a:rPr lang="en-US" sz="1800" dirty="0">
                <a:solidFill>
                  <a:srgbClr val="6B7488"/>
                </a:solidFill>
                <a:latin typeface="Tahoma" pitchFamily="34" charset="0"/>
                <a:ea typeface="Tahoma" pitchFamily="34" charset="-122"/>
                <a:cs typeface="Tahoma" pitchFamily="34" charset="-120"/>
              </a:rPr>
              <a:t>what's shared here stays here</a:t>
            </a:r>
            <a:endParaRPr lang="en-US" sz="2000" dirty="0"/>
          </a:p>
        </p:txBody>
      </p:sp>
      <p:sp>
        <p:nvSpPr>
          <p:cNvPr id="15" name="Shape 10"/>
          <p:cNvSpPr/>
          <p:nvPr/>
        </p:nvSpPr>
        <p:spPr>
          <a:xfrm>
            <a:off x="822960" y="4709160"/>
            <a:ext cx="10515600" cy="914400"/>
          </a:xfrm>
          <a:prstGeom prst="roundRect">
            <a:avLst>
              <a:gd name="adj" fmla="val 10000"/>
            </a:avLst>
          </a:prstGeom>
          <a:solidFill>
            <a:srgbClr val="F5F7FA"/>
          </a:solidFill>
          <a:ln/>
          <a:effectLst>
            <a:outerShdw sx="100000" sy="100000" kx="0" ky="0" algn="bl" rotWithShape="0" blurRad="101600" dist="38100" dir="5400000">
              <a:srgbClr val="000000">
                <a:alpha val="13000"/>
              </a:srgbClr>
            </a:outerShdw>
          </a:effectLst>
        </p:spPr>
      </p:sp>
      <p:sp>
        <p:nvSpPr>
          <p:cNvPr id="16" name="Shape 11"/>
          <p:cNvSpPr/>
          <p:nvPr/>
        </p:nvSpPr>
        <p:spPr>
          <a:xfrm>
            <a:off x="1097280" y="4892040"/>
            <a:ext cx="548640" cy="548640"/>
          </a:xfrm>
          <a:prstGeom prst="ellipse">
            <a:avLst/>
          </a:prstGeom>
          <a:solidFill>
            <a:srgbClr val="FFFFFF"/>
          </a:solidFill>
          <a:ln/>
          <a:effectLst>
            <a:outerShdw sx="100000" sy="100000" kx="0" ky="0" algn="bl" rotWithShape="0" blurRad="101600" dist="38100" dir="5400000">
              <a:srgbClr val="000000">
                <a:alpha val="13000"/>
              </a:srgbClr>
            </a:outerShdw>
          </a:effectLst>
        </p:spPr>
      </p:sp>
      <p:pic>
        <p:nvPicPr>
          <p:cNvPr id="17" name="Image 3" descr="preencoded.png">    </p:cNvPr>
          <p:cNvPicPr>
            <a:picLocks noChangeAspect="1"/>
          </p:cNvPicPr>
          <p:nvPr/>
        </p:nvPicPr>
        <p:blipFill>
          <a:blip r:embed="rId4"/>
          <a:stretch>
            <a:fillRect/>
          </a:stretch>
        </p:blipFill>
        <p:spPr>
          <a:xfrm>
            <a:off x="1234440" y="5029200"/>
            <a:ext cx="274320" cy="274320"/>
          </a:xfrm>
          <a:prstGeom prst="rect">
            <a:avLst/>
          </a:prstGeom>
        </p:spPr>
      </p:pic>
      <p:sp>
        <p:nvSpPr>
          <p:cNvPr id="18" name="Text 12"/>
          <p:cNvSpPr/>
          <p:nvPr/>
        </p:nvSpPr>
        <p:spPr>
          <a:xfrm>
            <a:off x="1920240" y="4709160"/>
            <a:ext cx="9144000" cy="914400"/>
          </a:xfrm>
          <a:prstGeom prst="rect">
            <a:avLst/>
          </a:prstGeom>
          <a:noFill/>
          <a:ln/>
        </p:spPr>
        <p:txBody>
          <a:bodyPr wrap="square" rtlCol="0" anchor="ctr"/>
          <a:lstStyle/>
          <a:p>
            <a:pPr indent="0" marL="0">
              <a:buNone/>
            </a:pPr>
            <a:r>
              <a:rPr lang="en-US" sz="2000" b="1" dirty="0">
                <a:solidFill>
                  <a:srgbClr val="0A1F44"/>
                </a:solidFill>
                <a:latin typeface="Tahoma" pitchFamily="34" charset="0"/>
                <a:ea typeface="Tahoma" pitchFamily="34" charset="-122"/>
                <a:cs typeface="Tahoma" pitchFamily="34" charset="-120"/>
              </a:rPr>
              <a:t>Respect the room   </a:t>
            </a:r>
            <a:pPr indent="0" marL="0">
              <a:buNone/>
            </a:pPr>
            <a:r>
              <a:rPr lang="en-US" sz="1800" dirty="0">
                <a:solidFill>
                  <a:srgbClr val="6B7488"/>
                </a:solidFill>
                <a:latin typeface="Tahoma" pitchFamily="34" charset="0"/>
                <a:ea typeface="Tahoma" pitchFamily="34" charset="-122"/>
                <a:cs typeface="Tahoma" pitchFamily="34" charset="-120"/>
              </a:rPr>
              <a:t>one voice at a time, assume good intent</a:t>
            </a:r>
            <a:endParaRPr lang="en-US" sz="2000" dirty="0"/>
          </a:p>
        </p:txBody>
      </p:sp>
      <p:sp>
        <p:nvSpPr>
          <p:cNvPr id="19" name="Text 13"/>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6B7488"/>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F44"/>
        </a:solidFill>
      </p:bgPr>
    </p:bg>
    <p:spTree>
      <p:nvGrpSpPr>
        <p:cNvPr id="1" name=""/>
        <p:cNvGrpSpPr/>
        <p:nvPr/>
      </p:nvGrpSpPr>
      <p:grpSpPr>
        <a:xfrm>
          <a:off x="0" y="0"/>
          <a:ext cx="0" cy="0"/>
          <a:chOff x="0" y="0"/>
          <a:chExt cx="0" cy="0"/>
        </a:xfrm>
      </p:grpSpPr>
      <p:sp>
        <p:nvSpPr>
          <p:cNvPr id="2" name="Shape 0"/>
          <p:cNvSpPr/>
          <p:nvPr/>
        </p:nvSpPr>
        <p:spPr>
          <a:xfrm>
            <a:off x="-1371600" y="3840480"/>
            <a:ext cx="4023360" cy="4023360"/>
          </a:xfrm>
          <a:prstGeom prst="ellipse">
            <a:avLst/>
          </a:prstGeom>
          <a:solidFill>
            <a:srgbClr val="12295A"/>
          </a:solidFill>
          <a:ln/>
        </p:spPr>
      </p:sp>
      <p:sp>
        <p:nvSpPr>
          <p:cNvPr id="3" name="Text 1"/>
          <p:cNvSpPr/>
          <p:nvPr/>
        </p:nvSpPr>
        <p:spPr>
          <a:xfrm>
            <a:off x="822960" y="1371600"/>
            <a:ext cx="10058400" cy="365760"/>
          </a:xfrm>
          <a:prstGeom prst="rect">
            <a:avLst/>
          </a:prstGeom>
          <a:noFill/>
          <a:ln/>
        </p:spPr>
        <p:txBody>
          <a:bodyPr wrap="square" rtlCol="0" anchor="ctr"/>
          <a:lstStyle/>
          <a:p>
            <a:pPr indent="0" marL="0">
              <a:buNone/>
            </a:pPr>
            <a:r>
              <a:rPr lang="en-US" sz="1800" b="1" spc="400" kern="0" dirty="0">
                <a:solidFill>
                  <a:srgbClr val="D4AF37"/>
                </a:solidFill>
                <a:latin typeface="Tahoma" pitchFamily="34" charset="0"/>
                <a:ea typeface="Tahoma" pitchFamily="34" charset="-122"/>
                <a:cs typeface="Tahoma" pitchFamily="34" charset="-120"/>
              </a:rPr>
              <a:t>THE BIG IDEA</a:t>
            </a:r>
            <a:endParaRPr lang="en-US" sz="1800" dirty="0"/>
          </a:p>
        </p:txBody>
      </p:sp>
      <p:sp>
        <p:nvSpPr>
          <p:cNvPr id="4" name="Text 2"/>
          <p:cNvSpPr/>
          <p:nvPr/>
        </p:nvSpPr>
        <p:spPr>
          <a:xfrm>
            <a:off x="777240" y="1965960"/>
            <a:ext cx="10424160" cy="2377440"/>
          </a:xfrm>
          <a:prstGeom prst="rect">
            <a:avLst/>
          </a:prstGeom>
          <a:noFill/>
          <a:ln/>
        </p:spPr>
        <p:txBody>
          <a:bodyPr wrap="square" rtlCol="0" anchor="t"/>
          <a:lstStyle/>
          <a:p>
            <a:pPr indent="0" marL="0">
              <a:lnSpc>
                <a:spcPct val="100000"/>
              </a:lnSpc>
              <a:buNone/>
            </a:pPr>
            <a:r>
              <a:rPr lang="en-US" sz="4000" b="1" dirty="0">
                <a:solidFill>
                  <a:srgbClr val="FFFFFF"/>
                </a:solidFill>
                <a:latin typeface="Tahoma" pitchFamily="34" charset="0"/>
                <a:ea typeface="Tahoma" pitchFamily="34" charset="-122"/>
                <a:cs typeface="Tahoma" pitchFamily="34" charset="-120"/>
              </a:rPr>
              <a:t>«State the one Big Idea for this workshop»</a:t>
            </a:r>
            <a:endParaRPr lang="en-US" sz="4000" dirty="0"/>
          </a:p>
        </p:txBody>
      </p:sp>
      <p:sp>
        <p:nvSpPr>
          <p:cNvPr id="5" name="Shape 3"/>
          <p:cNvSpPr/>
          <p:nvPr/>
        </p:nvSpPr>
        <p:spPr>
          <a:xfrm>
            <a:off x="868680" y="4526280"/>
            <a:ext cx="548640" cy="82296"/>
          </a:xfrm>
          <a:prstGeom prst="rect">
            <a:avLst/>
          </a:prstGeom>
          <a:solidFill>
            <a:srgbClr val="A6CE39"/>
          </a:solidFill>
          <a:ln/>
        </p:spPr>
      </p:sp>
      <p:sp>
        <p:nvSpPr>
          <p:cNvPr id="6" name="Text 4"/>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8A96B0"/>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77240"/>
            <a:ext cx="10972800" cy="731520"/>
          </a:xfrm>
          <a:prstGeom prst="rect">
            <a:avLst/>
          </a:prstGeom>
          <a:noFill/>
          <a:ln/>
        </p:spPr>
        <p:txBody>
          <a:bodyPr wrap="square" rtlCol="0" anchor="ctr"/>
          <a:lstStyle/>
          <a:p>
            <a:pPr indent="0" marL="0">
              <a:buNone/>
            </a:pPr>
            <a:r>
              <a:rPr lang="en-US" sz="3400" b="1" dirty="0">
                <a:solidFill>
                  <a:srgbClr val="0A1F44"/>
                </a:solidFill>
                <a:latin typeface="Tahoma" pitchFamily="34" charset="0"/>
                <a:ea typeface="Tahoma" pitchFamily="34" charset="-122"/>
                <a:cs typeface="Tahoma" pitchFamily="34" charset="-120"/>
              </a:rPr>
              <a:t>My Commitment</a:t>
            </a:r>
            <a:endParaRPr lang="en-US" sz="3400" dirty="0"/>
          </a:p>
        </p:txBody>
      </p:sp>
      <p:sp>
        <p:nvSpPr>
          <p:cNvPr id="3" name="Text 1"/>
          <p:cNvSpPr/>
          <p:nvPr/>
        </p:nvSpPr>
        <p:spPr>
          <a:xfrm>
            <a:off x="822960" y="2011680"/>
            <a:ext cx="5120640" cy="3017520"/>
          </a:xfrm>
          <a:prstGeom prst="rect">
            <a:avLst/>
          </a:prstGeom>
          <a:noFill/>
          <a:ln/>
        </p:spPr>
        <p:txBody>
          <a:bodyPr wrap="square" rtlCol="0" anchor="t"/>
          <a:lstStyle/>
          <a:p>
            <a:pPr indent="0" marL="0">
              <a:buNone/>
            </a:pPr>
            <a:r>
              <a:rPr lang="en-US" sz="2400" b="1" dirty="0">
                <a:solidFill>
                  <a:srgbClr val="0A1F44"/>
                </a:solidFill>
                <a:latin typeface="Tahoma" pitchFamily="34" charset="0"/>
                <a:ea typeface="Tahoma" pitchFamily="34" charset="-122"/>
                <a:cs typeface="Tahoma" pitchFamily="34" charset="-120"/>
              </a:rPr>
              <a:t>Leave with a real plan.
</a:t>
            </a:r>
            <a:pPr indent="0" marL="0">
              <a:buNone/>
            </a:pPr>
            <a:r>
              <a:rPr lang="en-US" sz="1800" dirty="0">
                <a:solidFill>
                  <a:srgbClr val="1A2238"/>
                </a:solidFill>
                <a:latin typeface="Tahoma" pitchFamily="34" charset="0"/>
                <a:ea typeface="Tahoma" pitchFamily="34" charset="-122"/>
                <a:cs typeface="Tahoma" pitchFamily="34" charset="-120"/>
              </a:rPr>
              <a:t>Pick one real «situation» coming up soon. Apply what you learned, and commit to the specific behavior you'll use.</a:t>
            </a:r>
            <a:endParaRPr lang="en-US" sz="2400" dirty="0"/>
          </a:p>
        </p:txBody>
      </p:sp>
      <p:sp>
        <p:nvSpPr>
          <p:cNvPr id="4" name="Shape 2"/>
          <p:cNvSpPr/>
          <p:nvPr/>
        </p:nvSpPr>
        <p:spPr>
          <a:xfrm>
            <a:off x="6400800" y="1828800"/>
            <a:ext cx="4937760" cy="3383280"/>
          </a:xfrm>
          <a:prstGeom prst="roundRect">
            <a:avLst>
              <a:gd name="adj" fmla="val 3784"/>
            </a:avLst>
          </a:prstGeom>
          <a:solidFill>
            <a:srgbClr val="0A1F44"/>
          </a:solidFill>
          <a:ln/>
          <a:effectLst>
            <a:outerShdw sx="100000" sy="100000" kx="0" ky="0" algn="bl" rotWithShape="0" blurRad="101600" dist="38100" dir="5400000">
              <a:srgbClr val="000000">
                <a:alpha val="13000"/>
              </a:srgbClr>
            </a:outerShdw>
          </a:effectLst>
        </p:spPr>
      </p:sp>
      <p:sp>
        <p:nvSpPr>
          <p:cNvPr id="5" name="Text 3"/>
          <p:cNvSpPr/>
          <p:nvPr/>
        </p:nvSpPr>
        <p:spPr>
          <a:xfrm>
            <a:off x="6720840" y="2194560"/>
            <a:ext cx="4297680" cy="2743200"/>
          </a:xfrm>
          <a:prstGeom prst="rect">
            <a:avLst/>
          </a:prstGeom>
          <a:noFill/>
          <a:ln/>
        </p:spPr>
        <p:txBody>
          <a:bodyPr wrap="square" rtlCol="0" anchor="t"/>
          <a:lstStyle/>
          <a:p>
            <a:pPr indent="0" marL="0">
              <a:lnSpc>
                <a:spcPct val="110000"/>
              </a:lnSpc>
              <a:buNone/>
            </a:pPr>
            <a:r>
              <a:rPr lang="en-US" sz="1800" b="1" dirty="0">
                <a:solidFill>
                  <a:srgbClr val="D4AF37"/>
                </a:solidFill>
                <a:latin typeface="Tahoma" pitchFamily="34" charset="0"/>
                <a:ea typeface="Tahoma" pitchFamily="34" charset="-122"/>
                <a:cs typeface="Tahoma" pitchFamily="34" charset="-120"/>
              </a:rPr>
              <a:t>The situation:
</a:t>
            </a:r>
            <a:pPr indent="0" marL="0">
              <a:lnSpc>
                <a:spcPct val="110000"/>
              </a:lnSpc>
              <a:buNone/>
            </a:pPr>
            <a:r>
              <a:rPr lang="en-US" sz="1800" dirty="0">
                <a:solidFill>
                  <a:srgbClr val="CBD4E6"/>
                </a:solidFill>
                <a:latin typeface="Tahoma" pitchFamily="34" charset="0"/>
                <a:ea typeface="Tahoma" pitchFamily="34" charset="-122"/>
                <a:cs typeface="Tahoma" pitchFamily="34" charset="-120"/>
              </a:rPr>
              <a:t>________________
</a:t>
            </a:r>
            <a:pPr indent="0" marL="0">
              <a:lnSpc>
                <a:spcPct val="110000"/>
              </a:lnSpc>
              <a:buNone/>
            </a:pPr>
            <a:r>
              <a:rPr lang="en-US" sz="1800" b="1" dirty="0">
                <a:solidFill>
                  <a:srgbClr val="D4AF37"/>
                </a:solidFill>
                <a:latin typeface="Tahoma" pitchFamily="34" charset="0"/>
                <a:ea typeface="Tahoma" pitchFamily="34" charset="-122"/>
                <a:cs typeface="Tahoma" pitchFamily="34" charset="-120"/>
              </a:rPr>
              <a:t>What I'll do differently:
</a:t>
            </a:r>
            <a:pPr indent="0" marL="0">
              <a:lnSpc>
                <a:spcPct val="110000"/>
              </a:lnSpc>
              <a:buNone/>
            </a:pPr>
            <a:r>
              <a:rPr lang="en-US" sz="1800" dirty="0">
                <a:solidFill>
                  <a:srgbClr val="CBD4E6"/>
                </a:solidFill>
                <a:latin typeface="Tahoma" pitchFamily="34" charset="0"/>
                <a:ea typeface="Tahoma" pitchFamily="34" charset="-122"/>
                <a:cs typeface="Tahoma" pitchFamily="34" charset="-120"/>
              </a:rPr>
              <a:t>________________</a:t>
            </a:r>
            <a:endParaRPr lang="en-US" sz="1800" dirty="0"/>
          </a:p>
        </p:txBody>
      </p:sp>
      <p:sp>
        <p:nvSpPr>
          <p:cNvPr id="6" name="Text 4"/>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6B7488"/>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F44"/>
        </a:solidFill>
      </p:bgPr>
    </p:bg>
    <p:spTree>
      <p:nvGrpSpPr>
        <p:cNvPr id="1" name=""/>
        <p:cNvGrpSpPr/>
        <p:nvPr/>
      </p:nvGrpSpPr>
      <p:grpSpPr>
        <a:xfrm>
          <a:off x="0" y="0"/>
          <a:ext cx="0" cy="0"/>
          <a:chOff x="0" y="0"/>
          <a:chExt cx="0" cy="0"/>
        </a:xfrm>
      </p:grpSpPr>
      <p:sp>
        <p:nvSpPr>
          <p:cNvPr id="2" name="Shape 0"/>
          <p:cNvSpPr/>
          <p:nvPr/>
        </p:nvSpPr>
        <p:spPr>
          <a:xfrm>
            <a:off x="10424160" y="4389120"/>
            <a:ext cx="2743200" cy="2743200"/>
          </a:xfrm>
          <a:prstGeom prst="ellipse">
            <a:avLst/>
          </a:prstGeom>
          <a:solidFill>
            <a:srgbClr val="F2541B">
              <a:alpha val="18000"/>
            </a:srgbClr>
          </a:solidFill>
          <a:ln/>
        </p:spPr>
      </p:sp>
      <p:sp>
        <p:nvSpPr>
          <p:cNvPr id="3" name="Shape 1"/>
          <p:cNvSpPr/>
          <p:nvPr/>
        </p:nvSpPr>
        <p:spPr>
          <a:xfrm>
            <a:off x="8092440" y="1234440"/>
            <a:ext cx="2834640" cy="2834640"/>
          </a:xfrm>
          <a:prstGeom prst="ellipse">
            <a:avLst/>
          </a:prstGeom>
          <a:solidFill>
            <a:srgbClr val="12295A"/>
          </a:solidFill>
          <a:ln w="381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8183880" y="1325880"/>
            <a:ext cx="2651760" cy="2651760"/>
          </a:xfrm>
          <a:prstGeom prst="ellipse">
            <a:avLst/>
          </a:prstGeom>
        </p:spPr>
      </p:pic>
      <p:sp>
        <p:nvSpPr>
          <p:cNvPr id="5" name="Shape 2"/>
          <p:cNvSpPr/>
          <p:nvPr/>
        </p:nvSpPr>
        <p:spPr>
          <a:xfrm>
            <a:off x="8732520" y="4297680"/>
            <a:ext cx="1554480" cy="1554480"/>
          </a:xfrm>
          <a:prstGeom prst="roundRect">
            <a:avLst>
              <a:gd name="adj" fmla="val 4706"/>
            </a:avLst>
          </a:prstGeom>
          <a:solidFill>
            <a:srgbClr val="FFFFFF"/>
          </a:solidFill>
          <a:ln w="19050">
            <a:solidFill>
              <a:srgbClr val="D4AF37"/>
            </a:solidFill>
            <a:prstDash val="solid"/>
          </a:ln>
        </p:spPr>
      </p:sp>
      <p:pic>
        <p:nvPicPr>
          <p:cNvPr id="6" name="Image 1" descr="preencoded.png">    </p:cNvPr>
          <p:cNvPicPr>
            <a:picLocks noChangeAspect="1"/>
          </p:cNvPicPr>
          <p:nvPr/>
        </p:nvPicPr>
        <p:blipFill>
          <a:blip r:embed="rId2"/>
          <a:stretch>
            <a:fillRect/>
          </a:stretch>
        </p:blipFill>
        <p:spPr>
          <a:xfrm>
            <a:off x="8851392" y="4416552"/>
            <a:ext cx="1316736" cy="1316736"/>
          </a:xfrm>
          <a:prstGeom prst="rect">
            <a:avLst/>
          </a:prstGeom>
        </p:spPr>
      </p:pic>
      <p:sp>
        <p:nvSpPr>
          <p:cNvPr id="7" name="Text 3"/>
          <p:cNvSpPr/>
          <p:nvPr/>
        </p:nvSpPr>
        <p:spPr>
          <a:xfrm>
            <a:off x="8183880" y="5897880"/>
            <a:ext cx="2651760" cy="274320"/>
          </a:xfrm>
          <a:prstGeom prst="rect">
            <a:avLst/>
          </a:prstGeom>
          <a:noFill/>
          <a:ln/>
        </p:spPr>
        <p:txBody>
          <a:bodyPr wrap="square" rtlCol="0" anchor="ctr"/>
          <a:lstStyle/>
          <a:p>
            <a:pPr algn="ctr" indent="0" marL="0">
              <a:buNone/>
            </a:pPr>
            <a:r>
              <a:rPr lang="en-US" sz="1200" dirty="0">
                <a:solidFill>
                  <a:srgbClr val="9AA6BF"/>
                </a:solidFill>
                <a:latin typeface="Tahoma" pitchFamily="34" charset="0"/>
                <a:ea typeface="Tahoma" pitchFamily="34" charset="-122"/>
                <a:cs typeface="Tahoma" pitchFamily="34" charset="-120"/>
              </a:rPr>
              <a:t>Connect on LinkedIn</a:t>
            </a:r>
            <a:endParaRPr lang="en-US" sz="1200" dirty="0"/>
          </a:p>
        </p:txBody>
      </p:sp>
      <p:sp>
        <p:nvSpPr>
          <p:cNvPr id="8" name="Text 4"/>
          <p:cNvSpPr/>
          <p:nvPr/>
        </p:nvSpPr>
        <p:spPr>
          <a:xfrm>
            <a:off x="822960" y="1554480"/>
            <a:ext cx="6766560" cy="914400"/>
          </a:xfrm>
          <a:prstGeom prst="rect">
            <a:avLst/>
          </a:prstGeom>
          <a:noFill/>
          <a:ln/>
        </p:spPr>
        <p:txBody>
          <a:bodyPr wrap="square" rtlCol="0" anchor="ctr"/>
          <a:lstStyle/>
          <a:p>
            <a:pPr indent="0" marL="0">
              <a:buNone/>
            </a:pPr>
            <a:r>
              <a:rPr lang="en-US" sz="5400" b="1" dirty="0">
                <a:solidFill>
                  <a:srgbClr val="FFFFFF"/>
                </a:solidFill>
                <a:latin typeface="Tahoma" pitchFamily="34" charset="0"/>
                <a:ea typeface="Tahoma" pitchFamily="34" charset="-122"/>
                <a:cs typeface="Tahoma" pitchFamily="34" charset="-120"/>
              </a:rPr>
              <a:t>Thank you.</a:t>
            </a:r>
            <a:endParaRPr lang="en-US" sz="5400" dirty="0"/>
          </a:p>
        </p:txBody>
      </p:sp>
      <p:sp>
        <p:nvSpPr>
          <p:cNvPr id="9" name="Shape 5"/>
          <p:cNvSpPr/>
          <p:nvPr/>
        </p:nvSpPr>
        <p:spPr>
          <a:xfrm>
            <a:off x="868680" y="2606040"/>
            <a:ext cx="548640" cy="82296"/>
          </a:xfrm>
          <a:prstGeom prst="rect">
            <a:avLst/>
          </a:prstGeom>
          <a:solidFill>
            <a:srgbClr val="A6CE39"/>
          </a:solidFill>
          <a:ln/>
        </p:spPr>
      </p:sp>
      <p:sp>
        <p:nvSpPr>
          <p:cNvPr id="10" name="Text 6"/>
          <p:cNvSpPr/>
          <p:nvPr/>
        </p:nvSpPr>
        <p:spPr>
          <a:xfrm>
            <a:off x="822960" y="2926080"/>
            <a:ext cx="6766560" cy="1828800"/>
          </a:xfrm>
          <a:prstGeom prst="rect">
            <a:avLst/>
          </a:prstGeom>
          <a:noFill/>
          <a:ln/>
        </p:spPr>
        <p:txBody>
          <a:bodyPr wrap="square" rtlCol="0" anchor="t"/>
          <a:lstStyle/>
          <a:p>
            <a:pPr indent="0" marL="0">
              <a:lnSpc>
                <a:spcPct val="110000"/>
              </a:lnSpc>
              <a:buNone/>
            </a:pPr>
            <a:r>
              <a:rPr lang="en-US" sz="2400" b="1" dirty="0">
                <a:solidFill>
                  <a:srgbClr val="FFFFFF"/>
                </a:solidFill>
                <a:latin typeface="Tahoma" pitchFamily="34" charset="0"/>
                <a:ea typeface="Tahoma" pitchFamily="34" charset="-122"/>
                <a:cs typeface="Tahoma" pitchFamily="34" charset="-120"/>
              </a:rPr>
              <a:t>Eileen Habelow, PhD
</a:t>
            </a:r>
            <a:pPr indent="0" marL="0">
              <a:lnSpc>
                <a:spcPct val="110000"/>
              </a:lnSpc>
              <a:buNone/>
            </a:pPr>
            <a:r>
              <a:rPr lang="en-US" sz="2000" dirty="0">
                <a:solidFill>
                  <a:srgbClr val="D4AF37"/>
                </a:solidFill>
                <a:latin typeface="Tahoma" pitchFamily="34" charset="0"/>
                <a:ea typeface="Tahoma" pitchFamily="34" charset="-122"/>
                <a:cs typeface="Tahoma" pitchFamily="34" charset="-120"/>
              </a:rPr>
              <a:t>Leadership-Link
</a:t>
            </a:r>
            <a:pPr indent="0" marL="0">
              <a:lnSpc>
                <a:spcPct val="110000"/>
              </a:lnSpc>
              <a:buNone/>
            </a:pPr>
            <a:r>
              <a:rPr lang="en-US" sz="1800" dirty="0">
                <a:solidFill>
                  <a:srgbClr val="CBD4E6"/>
                </a:solidFill>
                <a:latin typeface="Tahoma" pitchFamily="34" charset="0"/>
                <a:ea typeface="Tahoma" pitchFamily="34" charset="-122"/>
                <a:cs typeface="Tahoma" pitchFamily="34" charset="-120"/>
              </a:rPr>
              <a:t>eileen@leadershiplink.com
</a:t>
            </a:r>
            <a:pPr indent="0" marL="0">
              <a:lnSpc>
                <a:spcPct val="110000"/>
              </a:lnSpc>
              <a:buNone/>
            </a:pPr>
            <a:r>
              <a:rPr lang="en-US" sz="1800" dirty="0">
                <a:solidFill>
                  <a:srgbClr val="CBD4E6"/>
                </a:solidFill>
                <a:latin typeface="Tahoma" pitchFamily="34" charset="0"/>
                <a:ea typeface="Tahoma" pitchFamily="34" charset="-122"/>
                <a:cs typeface="Tahoma" pitchFamily="34" charset="-120"/>
              </a:rPr>
              <a:t>leadershiplink.com</a:t>
            </a:r>
            <a:endParaRPr lang="en-US" sz="2400" dirty="0"/>
          </a:p>
        </p:txBody>
      </p:sp>
      <p:pic>
        <p:nvPicPr>
          <p:cNvPr id="11" name="Image 2" descr="preencoded.png">    </p:cNvPr>
          <p:cNvPicPr>
            <a:picLocks noChangeAspect="1"/>
          </p:cNvPicPr>
          <p:nvPr/>
        </p:nvPicPr>
        <p:blipFill>
          <a:blip r:embed="rId3"/>
          <a:srcRect l="0" r="0" t="0" b="0"/>
          <a:stretch/>
        </p:blipFill>
        <p:spPr>
          <a:xfrm>
            <a:off x="822960" y="5074920"/>
            <a:ext cx="4220308" cy="777240"/>
          </a:xfrm>
          <a:prstGeom prst="rect">
            <a:avLst/>
          </a:prstGeom>
        </p:spPr>
      </p:pic>
      <p:sp>
        <p:nvSpPr>
          <p:cNvPr id="12" name="Text 7"/>
          <p:cNvSpPr/>
          <p:nvPr/>
        </p:nvSpPr>
        <p:spPr>
          <a:xfrm>
            <a:off x="548640" y="6473952"/>
            <a:ext cx="11064240" cy="274320"/>
          </a:xfrm>
          <a:prstGeom prst="rect">
            <a:avLst/>
          </a:prstGeom>
          <a:noFill/>
          <a:ln/>
        </p:spPr>
        <p:txBody>
          <a:bodyPr wrap="square" rtlCol="0" anchor="ctr"/>
          <a:lstStyle/>
          <a:p>
            <a:pPr algn="l" indent="0" marL="0">
              <a:buNone/>
            </a:pPr>
            <a:r>
              <a:rPr lang="en-US" sz="1000" dirty="0">
                <a:solidFill>
                  <a:srgbClr val="8A96B0"/>
                </a:solidFill>
                <a:latin typeface="Tahoma" pitchFamily="34" charset="0"/>
                <a:ea typeface="Tahoma" pitchFamily="34" charset="-122"/>
                <a:cs typeface="Tahoma" pitchFamily="34" charset="-120"/>
              </a:rPr>
              <a:t>Leadership-Link  |  Eileen Habelow, PhD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Leadership-Link Deck Template</dc:title>
  <dc:subject>PptxGenJS Presentation</dc:subject>
  <dc:creator>Eileen Habelow, PhD</dc:creator>
  <cp:lastModifiedBy>Eileen Habelow, PhD</cp:lastModifiedBy>
  <cp:revision>1</cp:revision>
  <dcterms:created xsi:type="dcterms:W3CDTF">2026-07-06T22:46:06Z</dcterms:created>
  <dcterms:modified xsi:type="dcterms:W3CDTF">2026-07-06T22:46:06Z</dcterms:modified>
</cp:coreProperties>
</file>